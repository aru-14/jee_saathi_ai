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72" r:id="rId5"/>
    <p:sldId id="268" r:id="rId6"/>
    <p:sldId id="267" r:id="rId7"/>
    <p:sldId id="260" r:id="rId8"/>
    <p:sldId id="274" r:id="rId9"/>
    <p:sldId id="273" r:id="rId10"/>
    <p:sldId id="275" r:id="rId11"/>
    <p:sldId id="276" r:id="rId12"/>
    <p:sldId id="277" r:id="rId13"/>
    <p:sldId id="278" r:id="rId14"/>
    <p:sldId id="279" r:id="rId15"/>
    <p:sldId id="280" r:id="rId16"/>
  </p:sldIdLst>
  <p:sldSz cx="18288000" cy="10287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C89FFE-F644-4670-839B-F9AE9D4477FA}" v="6" dt="2025-09-26T13:10:52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ima Paunikar" userId="c7591291c90d4f6e" providerId="LiveId" clId="{FCC89FFE-F644-4670-839B-F9AE9D4477FA}"/>
    <pc:docChg chg="undo custSel modSld">
      <pc:chgData name="Arunima Paunikar" userId="c7591291c90d4f6e" providerId="LiveId" clId="{FCC89FFE-F644-4670-839B-F9AE9D4477FA}" dt="2025-08-29T10:58:08.562" v="112" actId="20577"/>
      <pc:docMkLst>
        <pc:docMk/>
      </pc:docMkLst>
      <pc:sldChg chg="addSp delSp modSp mod">
        <pc:chgData name="Arunima Paunikar" userId="c7591291c90d4f6e" providerId="LiveId" clId="{FCC89FFE-F644-4670-839B-F9AE9D4477FA}" dt="2025-08-29T10:58:08.562" v="112" actId="20577"/>
        <pc:sldMkLst>
          <pc:docMk/>
          <pc:sldMk cId="0" sldId="256"/>
        </pc:sldMkLst>
        <pc:spChg chg="add mod topLvl">
          <ac:chgData name="Arunima Paunikar" userId="c7591291c90d4f6e" providerId="LiveId" clId="{FCC89FFE-F644-4670-839B-F9AE9D4477FA}" dt="2025-08-29T10:57:52.441" v="102" actId="36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runima Paunikar" userId="c7591291c90d4f6e" providerId="LiveId" clId="{FCC89FFE-F644-4670-839B-F9AE9D4477FA}" dt="2025-08-29T10:57:46.635" v="99" actId="164"/>
          <ac:spMkLst>
            <pc:docMk/>
            <pc:sldMk cId="0" sldId="256"/>
            <ac:spMk id="41" creationId="{00000000-0000-0000-0000-000000000000}"/>
          </ac:spMkLst>
        </pc:spChg>
        <pc:spChg chg="mod">
          <ac:chgData name="Arunima Paunikar" userId="c7591291c90d4f6e" providerId="LiveId" clId="{FCC89FFE-F644-4670-839B-F9AE9D4477FA}" dt="2025-08-29T10:57:46.635" v="99" actId="164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runima Paunikar" userId="c7591291c90d4f6e" providerId="LiveId" clId="{FCC89FFE-F644-4670-839B-F9AE9D4477FA}" dt="2025-08-29T10:58:08.562" v="112" actId="20577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runima Paunikar" userId="c7591291c90d4f6e" providerId="LiveId" clId="{FCC89FFE-F644-4670-839B-F9AE9D4477FA}" dt="2025-08-29T10:56:33.254" v="71" actId="20577"/>
          <ac:spMkLst>
            <pc:docMk/>
            <pc:sldMk cId="0" sldId="256"/>
            <ac:spMk id="67" creationId="{00000000-0000-0000-0000-000000000000}"/>
          </ac:spMkLst>
        </pc:spChg>
        <pc:spChg chg="mod">
          <ac:chgData name="Arunima Paunikar" userId="c7591291c90d4f6e" providerId="LiveId" clId="{FCC89FFE-F644-4670-839B-F9AE9D4477FA}" dt="2025-08-29T10:57:58.383" v="110" actId="20577"/>
          <ac:spMkLst>
            <pc:docMk/>
            <pc:sldMk cId="0" sldId="256"/>
            <ac:spMk id="69" creationId="{00000000-0000-0000-0000-000000000000}"/>
          </ac:spMkLst>
        </pc:spChg>
        <pc:grpChg chg="mod topLvl">
          <ac:chgData name="Arunima Paunikar" userId="c7591291c90d4f6e" providerId="LiveId" clId="{FCC89FFE-F644-4670-839B-F9AE9D4477FA}" dt="2025-08-29T10:57:46.635" v="99" actId="164"/>
          <ac:grpSpMkLst>
            <pc:docMk/>
            <pc:sldMk cId="0" sldId="256"/>
            <ac:grpSpMk id="40" creationId="{00000000-0000-0000-0000-000000000000}"/>
          </ac:grpSpMkLst>
        </pc:grpChg>
        <pc:grpChg chg="mod">
          <ac:chgData name="Arunima Paunikar" userId="c7591291c90d4f6e" providerId="LiveId" clId="{FCC89FFE-F644-4670-839B-F9AE9D4477FA}" dt="2025-08-29T10:56:25.873" v="35" actId="1076"/>
          <ac:grpSpMkLst>
            <pc:docMk/>
            <pc:sldMk cId="0" sldId="256"/>
            <ac:grpSpMk id="44" creationId="{00000000-0000-0000-0000-000000000000}"/>
          </ac:grpSpMkLst>
        </pc:grpChg>
      </pc:sldChg>
    </pc:docChg>
  </pc:docChgLst>
  <pc:docChgLst>
    <pc:chgData name="Arunima Paunikar" userId="c7591291c90d4f6e" providerId="LiveId" clId="{AC27DF66-0489-369F-A860-6CA9D7C4D921}"/>
    <pc:docChg chg="modSld">
      <pc:chgData name="Arunima Paunikar" userId="c7591291c90d4f6e" providerId="LiveId" clId="{AC27DF66-0489-369F-A860-6CA9D7C4D921}" dt="2025-09-14T01:26:57.313" v="2" actId="1076"/>
      <pc:docMkLst>
        <pc:docMk/>
      </pc:docMkLst>
      <pc:sldChg chg="modSp">
        <pc:chgData name="Arunima Paunikar" userId="c7591291c90d4f6e" providerId="LiveId" clId="{AC27DF66-0489-369F-A860-6CA9D7C4D921}" dt="2025-09-14T01:26:57.313" v="2" actId="1076"/>
        <pc:sldMkLst>
          <pc:docMk/>
          <pc:sldMk cId="3352774755" sldId="267"/>
        </pc:sldMkLst>
        <pc:spChg chg="mod">
          <ac:chgData name="Arunima Paunikar" userId="c7591291c90d4f6e" providerId="LiveId" clId="{AC27DF66-0489-369F-A860-6CA9D7C4D921}" dt="2025-09-14T01:26:57.313" v="2" actId="1076"/>
          <ac:spMkLst>
            <pc:docMk/>
            <pc:sldMk cId="3352774755" sldId="267"/>
            <ac:spMk id="4" creationId="{62C26BD7-25CF-BF8F-A2AC-A0779568FDD4}"/>
          </ac:spMkLst>
        </pc:spChg>
      </pc:sldChg>
    </pc:docChg>
  </pc:docChgLst>
  <pc:docChgLst>
    <pc:chgData name="Arunima Paunikar" userId="c7591291c90d4f6e" providerId="LiveId" clId="{10CBEF90-21F2-49AC-B14D-29347BB1E3F7}"/>
    <pc:docChg chg="undo custSel addSld delSld modSld sldOrd">
      <pc:chgData name="Arunima Paunikar" userId="c7591291c90d4f6e" providerId="LiveId" clId="{10CBEF90-21F2-49AC-B14D-29347BB1E3F7}" dt="2025-09-26T13:11:02.691" v="3550" actId="20577"/>
      <pc:docMkLst>
        <pc:docMk/>
      </pc:docMkLst>
      <pc:sldChg chg="addSp delSp modSp mod">
        <pc:chgData name="Arunima Paunikar" userId="c7591291c90d4f6e" providerId="LiveId" clId="{10CBEF90-21F2-49AC-B14D-29347BB1E3F7}" dt="2025-09-26T13:11:02.691" v="3550" actId="20577"/>
        <pc:sldMkLst>
          <pc:docMk/>
          <pc:sldMk cId="0" sldId="256"/>
        </pc:sldMkLst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4" creationId="{8817F5DD-DC49-8EF3-0F1D-43402037D1F2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5" creationId="{5A983B17-4D98-1FD6-C626-25C50E586BCA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9" creationId="{35F27A5B-728E-2109-D6A3-16C27F5EDFED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10" creationId="{85EDCEDB-786D-DCAE-E49D-19DBAA24E2A7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12" creationId="{5B158DF3-973C-61DB-76C2-6AE968AE7D41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13" creationId="{9F1FD037-B584-010B-AB81-8DAC9C581F79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14" creationId="{D4D125C5-DFEE-67F4-D262-AE9F0AF7CC52}"/>
          </ac:spMkLst>
        </pc:spChg>
        <pc:spChg chg="mod">
          <ac:chgData name="Arunima Paunikar" userId="c7591291c90d4f6e" providerId="LiveId" clId="{10CBEF90-21F2-49AC-B14D-29347BB1E3F7}" dt="2025-09-01T04:28:16.067" v="2223" actId="1036"/>
          <ac:spMkLst>
            <pc:docMk/>
            <pc:sldMk cId="0" sldId="256"/>
            <ac:spMk id="15" creationId="{00000000-0000-0000-0000-000000000000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18" creationId="{1ADCB2E2-F832-4D31-83BE-4CBD98598F95}"/>
          </ac:spMkLst>
        </pc:spChg>
        <pc:spChg chg="mod topLvl">
          <ac:chgData name="Arunima Paunikar" userId="c7591291c90d4f6e" providerId="LiveId" clId="{10CBEF90-21F2-49AC-B14D-29347BB1E3F7}" dt="2025-09-01T04:37:43.451" v="2392" actId="1076"/>
          <ac:spMkLst>
            <pc:docMk/>
            <pc:sldMk cId="0" sldId="256"/>
            <ac:spMk id="19" creationId="{00000000-0000-0000-0000-000000000000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20" creationId="{8C5FD5D6-623C-0F71-4995-0E535AB0B911}"/>
          </ac:spMkLst>
        </pc:spChg>
        <pc:spChg chg="add">
          <ac:chgData name="Arunima Paunikar" userId="c7591291c90d4f6e" providerId="LiveId" clId="{10CBEF90-21F2-49AC-B14D-29347BB1E3F7}" dt="2025-09-26T12:59:30.662" v="3504"/>
          <ac:spMkLst>
            <pc:docMk/>
            <pc:sldMk cId="0" sldId="256"/>
            <ac:spMk id="21" creationId="{1B6F1D98-DBBE-353E-7713-ECC5F6C4C4B4}"/>
          </ac:spMkLst>
        </pc:spChg>
        <pc:spChg chg="mod">
          <ac:chgData name="Arunima Paunikar" userId="c7591291c90d4f6e" providerId="LiveId" clId="{10CBEF90-21F2-49AC-B14D-29347BB1E3F7}" dt="2025-09-01T04:28:10.163" v="2220" actId="103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1T04:29:44.749" v="2289" actId="1038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1T11:28:36.999" v="3354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1T04:26:33.974" v="2204" actId="14100"/>
          <ac:spMkLst>
            <pc:docMk/>
            <pc:sldMk cId="0" sldId="256"/>
            <ac:spMk id="64" creationId="{00000000-0000-0000-0000-000000000000}"/>
          </ac:spMkLst>
        </pc:spChg>
        <pc:spChg chg="add mod">
          <ac:chgData name="Arunima Paunikar" userId="c7591291c90d4f6e" providerId="LiveId" clId="{10CBEF90-21F2-49AC-B14D-29347BB1E3F7}" dt="2025-09-01T04:34:30.776" v="2359" actId="1076"/>
          <ac:spMkLst>
            <pc:docMk/>
            <pc:sldMk cId="0" sldId="256"/>
            <ac:spMk id="65" creationId="{60F18EB3-158F-A56D-263F-EDDF87E6E406}"/>
          </ac:spMkLst>
        </pc:spChg>
        <pc:spChg chg="mod">
          <ac:chgData name="Arunima Paunikar" userId="c7591291c90d4f6e" providerId="LiveId" clId="{10CBEF90-21F2-49AC-B14D-29347BB1E3F7}" dt="2025-09-26T13:11:02.691" v="3550" actId="20577"/>
          <ac:spMkLst>
            <pc:docMk/>
            <pc:sldMk cId="0" sldId="256"/>
            <ac:spMk id="67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5T11:23:42.925" v="3363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1T04:35:31.289" v="2361"/>
          <ac:spMkLst>
            <pc:docMk/>
            <pc:sldMk cId="0" sldId="256"/>
            <ac:spMk id="72" creationId="{BCF7EC78-59B0-911D-659B-E68A1E72897C}"/>
          </ac:spMkLst>
        </pc:spChg>
        <pc:spChg chg="mod">
          <ac:chgData name="Arunima Paunikar" userId="c7591291c90d4f6e" providerId="LiveId" clId="{10CBEF90-21F2-49AC-B14D-29347BB1E3F7}" dt="2025-09-01T04:35:31.289" v="2361"/>
          <ac:spMkLst>
            <pc:docMk/>
            <pc:sldMk cId="0" sldId="256"/>
            <ac:spMk id="73" creationId="{75EAD068-857B-7BD2-A241-4391F91AF716}"/>
          </ac:spMkLst>
        </pc:spChg>
        <pc:grpChg chg="add mod">
          <ac:chgData name="Arunima Paunikar" userId="c7591291c90d4f6e" providerId="LiveId" clId="{10CBEF90-21F2-49AC-B14D-29347BB1E3F7}" dt="2025-09-01T11:28:40.145" v="3355" actId="1076"/>
          <ac:grpSpMkLst>
            <pc:docMk/>
            <pc:sldMk cId="0" sldId="256"/>
            <ac:grpSpMk id="16" creationId="{8600E47B-3DF1-8FE0-EF33-5F7E5FFEBA8D}"/>
          </ac:grpSpMkLst>
        </pc:grpChg>
        <pc:grpChg chg="mod">
          <ac:chgData name="Arunima Paunikar" userId="c7591291c90d4f6e" providerId="LiveId" clId="{10CBEF90-21F2-49AC-B14D-29347BB1E3F7}" dt="2025-09-01T04:27:14.163" v="2211" actId="164"/>
          <ac:grpSpMkLst>
            <pc:docMk/>
            <pc:sldMk cId="0" sldId="256"/>
            <ac:grpSpMk id="40" creationId="{00000000-0000-0000-0000-000000000000}"/>
          </ac:grpSpMkLst>
        </pc:grpChg>
        <pc:grpChg chg="mod">
          <ac:chgData name="Arunima Paunikar" userId="c7591291c90d4f6e" providerId="LiveId" clId="{10CBEF90-21F2-49AC-B14D-29347BB1E3F7}" dt="2025-09-05T11:23:28.808" v="3361" actId="1076"/>
          <ac:grpSpMkLst>
            <pc:docMk/>
            <pc:sldMk cId="0" sldId="256"/>
            <ac:grpSpMk id="44" creationId="{00000000-0000-0000-0000-000000000000}"/>
          </ac:grpSpMkLst>
        </pc:grpChg>
        <pc:grpChg chg="add mod">
          <ac:chgData name="Arunima Paunikar" userId="c7591291c90d4f6e" providerId="LiveId" clId="{10CBEF90-21F2-49AC-B14D-29347BB1E3F7}" dt="2025-09-01T04:36:26.412" v="2374" actId="1036"/>
          <ac:grpSpMkLst>
            <pc:docMk/>
            <pc:sldMk cId="0" sldId="256"/>
            <ac:grpSpMk id="71" creationId="{8202D4CD-CB8B-7255-D04F-ADF69A80237B}"/>
          </ac:grpSpMkLst>
        </pc:grpChg>
      </pc:sldChg>
      <pc:sldChg chg="modSp del mod">
        <pc:chgData name="Arunima Paunikar" userId="c7591291c90d4f6e" providerId="LiveId" clId="{10CBEF90-21F2-49AC-B14D-29347BB1E3F7}" dt="2025-09-01T04:33:50.119" v="2354" actId="47"/>
        <pc:sldMkLst>
          <pc:docMk/>
          <pc:sldMk cId="0" sldId="257"/>
        </pc:sldMkLst>
      </pc:sldChg>
      <pc:sldChg chg="del">
        <pc:chgData name="Arunima Paunikar" userId="c7591291c90d4f6e" providerId="LiveId" clId="{10CBEF90-21F2-49AC-B14D-29347BB1E3F7}" dt="2025-09-01T03:12:46.077" v="989" actId="47"/>
        <pc:sldMkLst>
          <pc:docMk/>
          <pc:sldMk cId="0" sldId="258"/>
        </pc:sldMkLst>
      </pc:sldChg>
      <pc:sldChg chg="delSp modSp del mod">
        <pc:chgData name="Arunima Paunikar" userId="c7591291c90d4f6e" providerId="LiveId" clId="{10CBEF90-21F2-49AC-B14D-29347BB1E3F7}" dt="2025-09-01T02:51:39.724" v="881" actId="47"/>
        <pc:sldMkLst>
          <pc:docMk/>
          <pc:sldMk cId="0" sldId="259"/>
        </pc:sldMkLst>
      </pc:sldChg>
      <pc:sldChg chg="addSp delSp modSp mod">
        <pc:chgData name="Arunima Paunikar" userId="c7591291c90d4f6e" providerId="LiveId" clId="{10CBEF90-21F2-49AC-B14D-29347BB1E3F7}" dt="2025-09-26T07:43:48.665" v="3364" actId="1076"/>
        <pc:sldMkLst>
          <pc:docMk/>
          <pc:sldMk cId="0" sldId="260"/>
        </pc:sldMkLst>
        <pc:spChg chg="mod">
          <ac:chgData name="Arunima Paunikar" userId="c7591291c90d4f6e" providerId="LiveId" clId="{10CBEF90-21F2-49AC-B14D-29347BB1E3F7}" dt="2025-09-01T02:55:39.456" v="888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unima Paunikar" userId="c7591291c90d4f6e" providerId="LiveId" clId="{10CBEF90-21F2-49AC-B14D-29347BB1E3F7}" dt="2025-09-01T02:39:29.394" v="780" actId="14100"/>
          <ac:spMkLst>
            <pc:docMk/>
            <pc:sldMk cId="0" sldId="260"/>
            <ac:spMk id="22" creationId="{A2B4B15F-98A4-C4E5-D9C4-044989363C9F}"/>
          </ac:spMkLst>
        </pc:spChg>
        <pc:spChg chg="add mod">
          <ac:chgData name="Arunima Paunikar" userId="c7591291c90d4f6e" providerId="LiveId" clId="{10CBEF90-21F2-49AC-B14D-29347BB1E3F7}" dt="2025-09-01T03:12:26.109" v="988" actId="14100"/>
          <ac:spMkLst>
            <pc:docMk/>
            <pc:sldMk cId="0" sldId="260"/>
            <ac:spMk id="52" creationId="{1C989A3F-CC84-87A7-F216-1C56695C76CD}"/>
          </ac:spMkLst>
        </pc:spChg>
        <pc:grpChg chg="mod">
          <ac:chgData name="Arunima Paunikar" userId="c7591291c90d4f6e" providerId="LiveId" clId="{10CBEF90-21F2-49AC-B14D-29347BB1E3F7}" dt="2025-09-01T02:37:56.230" v="761" actId="1076"/>
          <ac:grpSpMkLst>
            <pc:docMk/>
            <pc:sldMk cId="0" sldId="260"/>
            <ac:grpSpMk id="16" creationId="{00000000-0000-0000-0000-000000000000}"/>
          </ac:grpSpMkLst>
        </pc:grpChg>
        <pc:grpChg chg="mod">
          <ac:chgData name="Arunima Paunikar" userId="c7591291c90d4f6e" providerId="LiveId" clId="{10CBEF90-21F2-49AC-B14D-29347BB1E3F7}" dt="2025-09-01T02:39:16.867" v="777" actId="1036"/>
          <ac:grpSpMkLst>
            <pc:docMk/>
            <pc:sldMk cId="0" sldId="260"/>
            <ac:grpSpMk id="19" creationId="{00000000-0000-0000-0000-000000000000}"/>
          </ac:grpSpMkLst>
        </pc:grpChg>
        <pc:picChg chg="add mod">
          <ac:chgData name="Arunima Paunikar" userId="c7591291c90d4f6e" providerId="LiveId" clId="{10CBEF90-21F2-49AC-B14D-29347BB1E3F7}" dt="2025-09-26T07:43:48.665" v="3364" actId="1076"/>
          <ac:picMkLst>
            <pc:docMk/>
            <pc:sldMk cId="0" sldId="260"/>
            <ac:picMk id="51" creationId="{E8B270BE-3A81-BD80-7A03-04C76B5B24B6}"/>
          </ac:picMkLst>
        </pc:picChg>
      </pc:sldChg>
      <pc:sldChg chg="modSp del mod">
        <pc:chgData name="Arunima Paunikar" userId="c7591291c90d4f6e" providerId="LiveId" clId="{10CBEF90-21F2-49AC-B14D-29347BB1E3F7}" dt="2025-09-01T07:15:48.619" v="2782" actId="47"/>
        <pc:sldMkLst>
          <pc:docMk/>
          <pc:sldMk cId="0" sldId="261"/>
        </pc:sldMkLst>
      </pc:sldChg>
      <pc:sldChg chg="addSp del">
        <pc:chgData name="Arunima Paunikar" userId="c7591291c90d4f6e" providerId="LiveId" clId="{10CBEF90-21F2-49AC-B14D-29347BB1E3F7}" dt="2025-09-01T09:39:12.025" v="3053" actId="47"/>
        <pc:sldMkLst>
          <pc:docMk/>
          <pc:sldMk cId="0" sldId="262"/>
        </pc:sldMkLst>
      </pc:sldChg>
      <pc:sldChg chg="del">
        <pc:chgData name="Arunima Paunikar" userId="c7591291c90d4f6e" providerId="LiveId" clId="{10CBEF90-21F2-49AC-B14D-29347BB1E3F7}" dt="2025-09-01T09:30:10.366" v="2961" actId="47"/>
        <pc:sldMkLst>
          <pc:docMk/>
          <pc:sldMk cId="0" sldId="263"/>
        </pc:sldMkLst>
      </pc:sldChg>
      <pc:sldChg chg="addSp del">
        <pc:chgData name="Arunima Paunikar" userId="c7591291c90d4f6e" providerId="LiveId" clId="{10CBEF90-21F2-49AC-B14D-29347BB1E3F7}" dt="2025-09-01T09:45:24.174" v="3121" actId="47"/>
        <pc:sldMkLst>
          <pc:docMk/>
          <pc:sldMk cId="0" sldId="264"/>
        </pc:sldMkLst>
      </pc:sldChg>
      <pc:sldChg chg="addSp delSp modSp del mod">
        <pc:chgData name="Arunima Paunikar" userId="c7591291c90d4f6e" providerId="LiveId" clId="{10CBEF90-21F2-49AC-B14D-29347BB1E3F7}" dt="2025-09-01T10:00:11.355" v="3311" actId="47"/>
        <pc:sldMkLst>
          <pc:docMk/>
          <pc:sldMk cId="0" sldId="266"/>
        </pc:sldMkLst>
      </pc:sldChg>
      <pc:sldChg chg="add del setBg">
        <pc:chgData name="Arunima Paunikar" userId="c7591291c90d4f6e" providerId="LiveId" clId="{10CBEF90-21F2-49AC-B14D-29347BB1E3F7}" dt="2025-09-01T02:39:43.367" v="781" actId="47"/>
        <pc:sldMkLst>
          <pc:docMk/>
          <pc:sldMk cId="195555760" sldId="267"/>
        </pc:sldMkLst>
      </pc:sldChg>
      <pc:sldChg chg="addSp delSp modSp add mod setBg">
        <pc:chgData name="Arunima Paunikar" userId="c7591291c90d4f6e" providerId="LiveId" clId="{10CBEF90-21F2-49AC-B14D-29347BB1E3F7}" dt="2025-09-01T07:22:00.787" v="2796" actId="1036"/>
        <pc:sldMkLst>
          <pc:docMk/>
          <pc:sldMk cId="3352774755" sldId="267"/>
        </pc:sldMkLst>
        <pc:spChg chg="mod">
          <ac:chgData name="Arunima Paunikar" userId="c7591291c90d4f6e" providerId="LiveId" clId="{10CBEF90-21F2-49AC-B14D-29347BB1E3F7}" dt="2025-09-01T02:55:29.146" v="887" actId="255"/>
          <ac:spMkLst>
            <pc:docMk/>
            <pc:sldMk cId="3352774755" sldId="267"/>
            <ac:spMk id="2" creationId="{67E42549-43CF-128A-E5AE-03158FFD9C58}"/>
          </ac:spMkLst>
        </pc:spChg>
        <pc:spChg chg="add mod">
          <ac:chgData name="Arunima Paunikar" userId="c7591291c90d4f6e" providerId="LiveId" clId="{10CBEF90-21F2-49AC-B14D-29347BB1E3F7}" dt="2025-09-01T07:22:00.787" v="2796" actId="1036"/>
          <ac:spMkLst>
            <pc:docMk/>
            <pc:sldMk cId="3352774755" sldId="267"/>
            <ac:spMk id="4" creationId="{62C26BD7-25CF-BF8F-A2AC-A0779568FDD4}"/>
          </ac:spMkLst>
        </pc:spChg>
      </pc:sldChg>
      <pc:sldChg chg="addSp modSp add del setBg">
        <pc:chgData name="Arunima Paunikar" userId="c7591291c90d4f6e" providerId="LiveId" clId="{10CBEF90-21F2-49AC-B14D-29347BB1E3F7}" dt="2025-09-01T01:33:59.834" v="31"/>
        <pc:sldMkLst>
          <pc:docMk/>
          <pc:sldMk cId="4006509571" sldId="267"/>
        </pc:sldMkLst>
      </pc:sldChg>
      <pc:sldChg chg="addSp delSp modSp add mod setBg">
        <pc:chgData name="Arunima Paunikar" userId="c7591291c90d4f6e" providerId="LiveId" clId="{10CBEF90-21F2-49AC-B14D-29347BB1E3F7}" dt="2025-09-01T03:11:45.837" v="985" actId="1076"/>
        <pc:sldMkLst>
          <pc:docMk/>
          <pc:sldMk cId="2080833583" sldId="268"/>
        </pc:sldMkLst>
        <pc:spChg chg="mod">
          <ac:chgData name="Arunima Paunikar" userId="c7591291c90d4f6e" providerId="LiveId" clId="{10CBEF90-21F2-49AC-B14D-29347BB1E3F7}" dt="2025-09-01T02:55:50.794" v="889" actId="255"/>
          <ac:spMkLst>
            <pc:docMk/>
            <pc:sldMk cId="2080833583" sldId="268"/>
            <ac:spMk id="2" creationId="{A3ED0B9A-BC76-CC87-4CF0-8F492A6C41E5}"/>
          </ac:spMkLst>
        </pc:spChg>
        <pc:spChg chg="add mod">
          <ac:chgData name="Arunima Paunikar" userId="c7591291c90d4f6e" providerId="LiveId" clId="{10CBEF90-21F2-49AC-B14D-29347BB1E3F7}" dt="2025-09-01T03:10:18.769" v="975" actId="1076"/>
          <ac:spMkLst>
            <pc:docMk/>
            <pc:sldMk cId="2080833583" sldId="268"/>
            <ac:spMk id="5" creationId="{09FC4D6B-F93D-5169-96E1-0995ADA03D05}"/>
          </ac:spMkLst>
        </pc:spChg>
        <pc:picChg chg="add mod">
          <ac:chgData name="Arunima Paunikar" userId="c7591291c90d4f6e" providerId="LiveId" clId="{10CBEF90-21F2-49AC-B14D-29347BB1E3F7}" dt="2025-09-01T03:11:45.837" v="985" actId="1076"/>
          <ac:picMkLst>
            <pc:docMk/>
            <pc:sldMk cId="2080833583" sldId="268"/>
            <ac:picMk id="7" creationId="{473E10E1-0BD3-5265-1988-842674FC6925}"/>
          </ac:picMkLst>
        </pc:picChg>
      </pc:sldChg>
      <pc:sldChg chg="delSp modSp add del mod setBg">
        <pc:chgData name="Arunima Paunikar" userId="c7591291c90d4f6e" providerId="LiveId" clId="{10CBEF90-21F2-49AC-B14D-29347BB1E3F7}" dt="2025-09-01T03:57:41.586" v="1263" actId="47"/>
        <pc:sldMkLst>
          <pc:docMk/>
          <pc:sldMk cId="1495964410" sldId="269"/>
        </pc:sldMkLst>
      </pc:sldChg>
      <pc:sldChg chg="addSp delSp modSp add mod setBg">
        <pc:chgData name="Arunima Paunikar" userId="c7591291c90d4f6e" providerId="LiveId" clId="{10CBEF90-21F2-49AC-B14D-29347BB1E3F7}" dt="2025-09-01T04:12:35.534" v="1866" actId="255"/>
        <pc:sldMkLst>
          <pc:docMk/>
          <pc:sldMk cId="2841888872" sldId="270"/>
        </pc:sldMkLst>
        <pc:spChg chg="mod">
          <ac:chgData name="Arunima Paunikar" userId="c7591291c90d4f6e" providerId="LiveId" clId="{10CBEF90-21F2-49AC-B14D-29347BB1E3F7}" dt="2025-09-01T03:57:51.404" v="1280" actId="20577"/>
          <ac:spMkLst>
            <pc:docMk/>
            <pc:sldMk cId="2841888872" sldId="270"/>
            <ac:spMk id="2" creationId="{16763207-46C1-518E-F21E-B61F43F6F57E}"/>
          </ac:spMkLst>
        </pc:spChg>
        <pc:spChg chg="add mod">
          <ac:chgData name="Arunima Paunikar" userId="c7591291c90d4f6e" providerId="LiveId" clId="{10CBEF90-21F2-49AC-B14D-29347BB1E3F7}" dt="2025-09-01T04:12:35.534" v="1866" actId="255"/>
          <ac:spMkLst>
            <pc:docMk/>
            <pc:sldMk cId="2841888872" sldId="270"/>
            <ac:spMk id="9" creationId="{3EA661F6-5900-041D-60D3-2AC108FA8284}"/>
          </ac:spMkLst>
        </pc:spChg>
      </pc:sldChg>
      <pc:sldChg chg="addSp delSp modSp add mod setBg">
        <pc:chgData name="Arunima Paunikar" userId="c7591291c90d4f6e" providerId="LiveId" clId="{10CBEF90-21F2-49AC-B14D-29347BB1E3F7}" dt="2025-09-01T07:21:51.140" v="2795" actId="1076"/>
        <pc:sldMkLst>
          <pc:docMk/>
          <pc:sldMk cId="1570764729" sldId="271"/>
        </pc:sldMkLst>
        <pc:spChg chg="add mod">
          <ac:chgData name="Arunima Paunikar" userId="c7591291c90d4f6e" providerId="LiveId" clId="{10CBEF90-21F2-49AC-B14D-29347BB1E3F7}" dt="2025-09-01T07:21:51.140" v="2795" actId="1076"/>
          <ac:spMkLst>
            <pc:docMk/>
            <pc:sldMk cId="1570764729" sldId="271"/>
            <ac:spMk id="5" creationId="{14C4C7D6-F14A-B57F-EF56-87FD2915D0EA}"/>
          </ac:spMkLst>
        </pc:spChg>
      </pc:sldChg>
      <pc:sldChg chg="addSp delSp modSp add mod setBg">
        <pc:chgData name="Arunima Paunikar" userId="c7591291c90d4f6e" providerId="LiveId" clId="{10CBEF90-21F2-49AC-B14D-29347BB1E3F7}" dt="2025-09-01T09:50:24.239" v="3139" actId="1035"/>
        <pc:sldMkLst>
          <pc:docMk/>
          <pc:sldMk cId="1427734154" sldId="272"/>
        </pc:sldMkLst>
        <pc:spChg chg="add mod">
          <ac:chgData name="Arunima Paunikar" userId="c7591291c90d4f6e" providerId="LiveId" clId="{10CBEF90-21F2-49AC-B14D-29347BB1E3F7}" dt="2025-09-01T09:50:24.239" v="3139" actId="1035"/>
          <ac:spMkLst>
            <pc:docMk/>
            <pc:sldMk cId="1427734154" sldId="272"/>
            <ac:spMk id="4" creationId="{6D4B6589-B6C5-9ECD-B96A-4905ED5C83C8}"/>
          </ac:spMkLst>
        </pc:spChg>
      </pc:sldChg>
      <pc:sldChg chg="delSp modSp add del mod setBg">
        <pc:chgData name="Arunima Paunikar" userId="c7591291c90d4f6e" providerId="LiveId" clId="{10CBEF90-21F2-49AC-B14D-29347BB1E3F7}" dt="2025-09-01T07:09:48.529" v="2665" actId="47"/>
        <pc:sldMkLst>
          <pc:docMk/>
          <pc:sldMk cId="456644626" sldId="273"/>
        </pc:sldMkLst>
      </pc:sldChg>
      <pc:sldChg chg="addSp delSp modSp add mod setBg">
        <pc:chgData name="Arunima Paunikar" userId="c7591291c90d4f6e" providerId="LiveId" clId="{10CBEF90-21F2-49AC-B14D-29347BB1E3F7}" dt="2025-09-01T07:15:08.525" v="2777" actId="1076"/>
        <pc:sldMkLst>
          <pc:docMk/>
          <pc:sldMk cId="1402666999" sldId="273"/>
        </pc:sldMkLst>
        <pc:spChg chg="add del mod">
          <ac:chgData name="Arunima Paunikar" userId="c7591291c90d4f6e" providerId="LiveId" clId="{10CBEF90-21F2-49AC-B14D-29347BB1E3F7}" dt="2025-09-01T07:11:03.263" v="2688" actId="255"/>
          <ac:spMkLst>
            <pc:docMk/>
            <pc:sldMk cId="1402666999" sldId="273"/>
            <ac:spMk id="25" creationId="{EF299B14-DD23-3DDF-89C4-4857CF1436A7}"/>
          </ac:spMkLst>
        </pc:spChg>
        <pc:spChg chg="mod">
          <ac:chgData name="Arunima Paunikar" userId="c7591291c90d4f6e" providerId="LiveId" clId="{10CBEF90-21F2-49AC-B14D-29347BB1E3F7}" dt="2025-09-01T07:10:26.738" v="2675"/>
          <ac:spMkLst>
            <pc:docMk/>
            <pc:sldMk cId="1402666999" sldId="273"/>
            <ac:spMk id="27" creationId="{1C891453-09F8-13B1-B983-2D0E9DCBF0BC}"/>
          </ac:spMkLst>
        </pc:spChg>
        <pc:spChg chg="mod">
          <ac:chgData name="Arunima Paunikar" userId="c7591291c90d4f6e" providerId="LiveId" clId="{10CBEF90-21F2-49AC-B14D-29347BB1E3F7}" dt="2025-09-01T07:10:26.738" v="2675"/>
          <ac:spMkLst>
            <pc:docMk/>
            <pc:sldMk cId="1402666999" sldId="273"/>
            <ac:spMk id="28" creationId="{1A5B15CB-0EFA-9CCB-ADA5-7389ACEC2334}"/>
          </ac:spMkLst>
        </pc:spChg>
        <pc:spChg chg="mod">
          <ac:chgData name="Arunima Paunikar" userId="c7591291c90d4f6e" providerId="LiveId" clId="{10CBEF90-21F2-49AC-B14D-29347BB1E3F7}" dt="2025-09-01T07:10:26.738" v="2675"/>
          <ac:spMkLst>
            <pc:docMk/>
            <pc:sldMk cId="1402666999" sldId="273"/>
            <ac:spMk id="30" creationId="{84D87C6A-C62A-4A89-B9E6-7D4883737A0D}"/>
          </ac:spMkLst>
        </pc:spChg>
        <pc:spChg chg="mod">
          <ac:chgData name="Arunima Paunikar" userId="c7591291c90d4f6e" providerId="LiveId" clId="{10CBEF90-21F2-49AC-B14D-29347BB1E3F7}" dt="2025-09-01T07:10:26.738" v="2675"/>
          <ac:spMkLst>
            <pc:docMk/>
            <pc:sldMk cId="1402666999" sldId="273"/>
            <ac:spMk id="31" creationId="{C32A563E-DA23-EA31-56D9-CE4B68B21DFE}"/>
          </ac:spMkLst>
        </pc:spChg>
        <pc:spChg chg="add del mod">
          <ac:chgData name="Arunima Paunikar" userId="c7591291c90d4f6e" providerId="LiveId" clId="{10CBEF90-21F2-49AC-B14D-29347BB1E3F7}" dt="2025-09-01T07:10:30.166" v="2677" actId="478"/>
          <ac:spMkLst>
            <pc:docMk/>
            <pc:sldMk cId="1402666999" sldId="273"/>
            <ac:spMk id="32" creationId="{368D8C82-AB8D-FBD1-429D-44F04B782378}"/>
          </ac:spMkLst>
        </pc:spChg>
        <pc:spChg chg="add mod">
          <ac:chgData name="Arunima Paunikar" userId="c7591291c90d4f6e" providerId="LiveId" clId="{10CBEF90-21F2-49AC-B14D-29347BB1E3F7}" dt="2025-09-01T07:15:08.525" v="2777" actId="1076"/>
          <ac:spMkLst>
            <pc:docMk/>
            <pc:sldMk cId="1402666999" sldId="273"/>
            <ac:spMk id="37" creationId="{BEC348DE-49F8-D466-EDDB-3181DEB904E0}"/>
          </ac:spMkLst>
        </pc:spChg>
        <pc:grpChg chg="add del mod">
          <ac:chgData name="Arunima Paunikar" userId="c7591291c90d4f6e" providerId="LiveId" clId="{10CBEF90-21F2-49AC-B14D-29347BB1E3F7}" dt="2025-09-01T07:10:30.166" v="2677" actId="478"/>
          <ac:grpSpMkLst>
            <pc:docMk/>
            <pc:sldMk cId="1402666999" sldId="273"/>
            <ac:grpSpMk id="26" creationId="{00240A64-693A-0BA7-75D4-1324928F4A6A}"/>
          </ac:grpSpMkLst>
        </pc:grpChg>
        <pc:grpChg chg="add del mod">
          <ac:chgData name="Arunima Paunikar" userId="c7591291c90d4f6e" providerId="LiveId" clId="{10CBEF90-21F2-49AC-B14D-29347BB1E3F7}" dt="2025-09-01T07:10:30.166" v="2677" actId="478"/>
          <ac:grpSpMkLst>
            <pc:docMk/>
            <pc:sldMk cId="1402666999" sldId="273"/>
            <ac:grpSpMk id="29" creationId="{7D21512A-DEF4-FD58-833B-9A4E897803C3}"/>
          </ac:grpSpMkLst>
        </pc:grpChg>
      </pc:sldChg>
      <pc:sldChg chg="add del setBg">
        <pc:chgData name="Arunima Paunikar" userId="c7591291c90d4f6e" providerId="LiveId" clId="{10CBEF90-21F2-49AC-B14D-29347BB1E3F7}" dt="2025-09-01T04:16:53.396" v="1879"/>
        <pc:sldMkLst>
          <pc:docMk/>
          <pc:sldMk cId="3875610482" sldId="273"/>
        </pc:sldMkLst>
      </pc:sldChg>
      <pc:sldChg chg="delSp modSp add mod ord setBg">
        <pc:chgData name="Arunima Paunikar" userId="c7591291c90d4f6e" providerId="LiveId" clId="{10CBEF90-21F2-49AC-B14D-29347BB1E3F7}" dt="2025-09-01T07:13:30.663" v="2738"/>
        <pc:sldMkLst>
          <pc:docMk/>
          <pc:sldMk cId="3837041914" sldId="274"/>
        </pc:sldMkLst>
        <pc:spChg chg="mod">
          <ac:chgData name="Arunima Paunikar" userId="c7591291c90d4f6e" providerId="LiveId" clId="{10CBEF90-21F2-49AC-B14D-29347BB1E3F7}" dt="2025-09-01T07:13:18.549" v="2736" actId="255"/>
          <ac:spMkLst>
            <pc:docMk/>
            <pc:sldMk cId="3837041914" sldId="274"/>
            <ac:spMk id="37" creationId="{24DDEC1D-D093-4D4D-03CE-AA482DB7F9F0}"/>
          </ac:spMkLst>
        </pc:spChg>
      </pc:sldChg>
      <pc:sldChg chg="addSp delSp modSp add mod setBg">
        <pc:chgData name="Arunima Paunikar" userId="c7591291c90d4f6e" providerId="LiveId" clId="{10CBEF90-21F2-49AC-B14D-29347BB1E3F7}" dt="2025-09-01T09:23:48.901" v="2918" actId="368"/>
        <pc:sldMkLst>
          <pc:docMk/>
          <pc:sldMk cId="2461295587" sldId="275"/>
        </pc:sldMkLst>
        <pc:spChg chg="add mod">
          <ac:chgData name="Arunima Paunikar" userId="c7591291c90d4f6e" providerId="LiveId" clId="{10CBEF90-21F2-49AC-B14D-29347BB1E3F7}" dt="2025-09-01T09:23:48.901" v="2918" actId="368"/>
          <ac:spMkLst>
            <pc:docMk/>
            <pc:sldMk cId="2461295587" sldId="275"/>
            <ac:spMk id="3" creationId="{CD0909B5-1AE3-5F0E-D808-A2ACCD695B93}"/>
          </ac:spMkLst>
        </pc:spChg>
        <pc:spChg chg="mod">
          <ac:chgData name="Arunima Paunikar" userId="c7591291c90d4f6e" providerId="LiveId" clId="{10CBEF90-21F2-49AC-B14D-29347BB1E3F7}" dt="2025-09-01T07:18:34.990" v="2794" actId="1036"/>
          <ac:spMkLst>
            <pc:docMk/>
            <pc:sldMk cId="2461295587" sldId="275"/>
            <ac:spMk id="25" creationId="{0899F0F8-72CE-8E78-3392-1E75105DC444}"/>
          </ac:spMkLst>
        </pc:spChg>
      </pc:sldChg>
      <pc:sldChg chg="addSp delSp add del mod setBg">
        <pc:chgData name="Arunima Paunikar" userId="c7591291c90d4f6e" providerId="LiveId" clId="{10CBEF90-21F2-49AC-B14D-29347BB1E3F7}" dt="2025-09-01T09:23:44.028" v="2915"/>
        <pc:sldMkLst>
          <pc:docMk/>
          <pc:sldMk cId="198433085" sldId="276"/>
        </pc:sldMkLst>
      </pc:sldChg>
      <pc:sldChg chg="addSp delSp modSp add mod setBg">
        <pc:chgData name="Arunima Paunikar" userId="c7591291c90d4f6e" providerId="LiveId" clId="{10CBEF90-21F2-49AC-B14D-29347BB1E3F7}" dt="2025-09-01T09:32:48.203" v="2984" actId="20577"/>
        <pc:sldMkLst>
          <pc:docMk/>
          <pc:sldMk cId="1660599927" sldId="276"/>
        </pc:sldMkLst>
        <pc:spChg chg="add mod">
          <ac:chgData name="Arunima Paunikar" userId="c7591291c90d4f6e" providerId="LiveId" clId="{10CBEF90-21F2-49AC-B14D-29347BB1E3F7}" dt="2025-09-01T09:32:48.203" v="2984" actId="20577"/>
          <ac:spMkLst>
            <pc:docMk/>
            <pc:sldMk cId="1660599927" sldId="276"/>
            <ac:spMk id="4" creationId="{F330DC28-0BAB-874B-F299-16A7B21299BB}"/>
          </ac:spMkLst>
        </pc:spChg>
      </pc:sldChg>
      <pc:sldChg chg="addSp delSp modSp add mod setBg">
        <pc:chgData name="Arunima Paunikar" userId="c7591291c90d4f6e" providerId="LiveId" clId="{10CBEF90-21F2-49AC-B14D-29347BB1E3F7}" dt="2025-09-01T09:37:37.508" v="3052" actId="1076"/>
        <pc:sldMkLst>
          <pc:docMk/>
          <pc:sldMk cId="3742288442" sldId="277"/>
        </pc:sldMkLst>
        <pc:spChg chg="add mod">
          <ac:chgData name="Arunima Paunikar" userId="c7591291c90d4f6e" providerId="LiveId" clId="{10CBEF90-21F2-49AC-B14D-29347BB1E3F7}" dt="2025-09-01T09:37:37.508" v="3052" actId="1076"/>
          <ac:spMkLst>
            <pc:docMk/>
            <pc:sldMk cId="3742288442" sldId="277"/>
            <ac:spMk id="3" creationId="{67B9AA9D-F50F-DAE1-BF9A-F4B2B91DEF82}"/>
          </ac:spMkLst>
        </pc:spChg>
        <pc:spChg chg="mod">
          <ac:chgData name="Arunima Paunikar" userId="c7591291c90d4f6e" providerId="LiveId" clId="{10CBEF90-21F2-49AC-B14D-29347BB1E3F7}" dt="2025-09-01T09:34:13.376" v="2990"/>
          <ac:spMkLst>
            <pc:docMk/>
            <pc:sldMk cId="3742288442" sldId="277"/>
            <ac:spMk id="25" creationId="{864F3ACA-8CB1-5C3E-2587-598A61EC1698}"/>
          </ac:spMkLst>
        </pc:spChg>
      </pc:sldChg>
      <pc:sldChg chg="addSp delSp modSp add mod setBg">
        <pc:chgData name="Arunima Paunikar" userId="c7591291c90d4f6e" providerId="LiveId" clId="{10CBEF90-21F2-49AC-B14D-29347BB1E3F7}" dt="2025-09-01T10:02:19.010" v="3348" actId="1076"/>
        <pc:sldMkLst>
          <pc:docMk/>
          <pc:sldMk cId="1681019644" sldId="278"/>
        </pc:sldMkLst>
        <pc:spChg chg="add mod">
          <ac:chgData name="Arunima Paunikar" userId="c7591291c90d4f6e" providerId="LiveId" clId="{10CBEF90-21F2-49AC-B14D-29347BB1E3F7}" dt="2025-09-01T10:02:19.010" v="3348" actId="1076"/>
          <ac:spMkLst>
            <pc:docMk/>
            <pc:sldMk cId="1681019644" sldId="278"/>
            <ac:spMk id="4" creationId="{1486A653-F8B8-4716-6F4B-0A929CA8F3AD}"/>
          </ac:spMkLst>
        </pc:spChg>
        <pc:spChg chg="mod">
          <ac:chgData name="Arunima Paunikar" userId="c7591291c90d4f6e" providerId="LiveId" clId="{10CBEF90-21F2-49AC-B14D-29347BB1E3F7}" dt="2025-09-01T09:41:55.614" v="3059"/>
          <ac:spMkLst>
            <pc:docMk/>
            <pc:sldMk cId="1681019644" sldId="278"/>
            <ac:spMk id="25" creationId="{A550428F-5BFD-ADD0-F4C4-533708010E33}"/>
          </ac:spMkLst>
        </pc:spChg>
      </pc:sldChg>
      <pc:sldChg chg="addSp delSp modSp add del mod setBg">
        <pc:chgData name="Arunima Paunikar" userId="c7591291c90d4f6e" providerId="LiveId" clId="{10CBEF90-21F2-49AC-B14D-29347BB1E3F7}" dt="2025-09-01T09:50:23.477" v="3138"/>
        <pc:sldMkLst>
          <pc:docMk/>
          <pc:sldMk cId="312478472" sldId="279"/>
        </pc:sldMkLst>
      </pc:sldChg>
      <pc:sldChg chg="addSp delSp modSp add mod setBg">
        <pc:chgData name="Arunima Paunikar" userId="c7591291c90d4f6e" providerId="LiveId" clId="{10CBEF90-21F2-49AC-B14D-29347BB1E3F7}" dt="2025-09-01T09:54:12.201" v="3202" actId="12"/>
        <pc:sldMkLst>
          <pc:docMk/>
          <pc:sldMk cId="2488102664" sldId="279"/>
        </pc:sldMkLst>
        <pc:spChg chg="add mod">
          <ac:chgData name="Arunima Paunikar" userId="c7591291c90d4f6e" providerId="LiveId" clId="{10CBEF90-21F2-49AC-B14D-29347BB1E3F7}" dt="2025-09-01T09:54:12.201" v="3202" actId="12"/>
          <ac:spMkLst>
            <pc:docMk/>
            <pc:sldMk cId="2488102664" sldId="279"/>
            <ac:spMk id="3" creationId="{285AA10F-DCFB-E934-C137-26F99E91B7F6}"/>
          </ac:spMkLst>
        </pc:spChg>
        <pc:spChg chg="mod">
          <ac:chgData name="Arunima Paunikar" userId="c7591291c90d4f6e" providerId="LiveId" clId="{10CBEF90-21F2-49AC-B14D-29347BB1E3F7}" dt="2025-09-01T09:50:46.587" v="3146"/>
          <ac:spMkLst>
            <pc:docMk/>
            <pc:sldMk cId="2488102664" sldId="279"/>
            <ac:spMk id="25" creationId="{5488A979-1A4A-1D24-0BF8-9EEAA0F2BA87}"/>
          </ac:spMkLst>
        </pc:spChg>
      </pc:sldChg>
      <pc:sldChg chg="modSp add mod setBg">
        <pc:chgData name="Arunima Paunikar" userId="c7591291c90d4f6e" providerId="LiveId" clId="{10CBEF90-21F2-49AC-B14D-29347BB1E3F7}" dt="2025-09-01T11:28:08.224" v="3353" actId="2710"/>
        <pc:sldMkLst>
          <pc:docMk/>
          <pc:sldMk cId="2634187395" sldId="280"/>
        </pc:sldMkLst>
        <pc:spChg chg="mod">
          <ac:chgData name="Arunima Paunikar" userId="c7591291c90d4f6e" providerId="LiveId" clId="{10CBEF90-21F2-49AC-B14D-29347BB1E3F7}" dt="2025-09-01T11:28:08.224" v="3353" actId="2710"/>
          <ac:spMkLst>
            <pc:docMk/>
            <pc:sldMk cId="2634187395" sldId="280"/>
            <ac:spMk id="3" creationId="{2F5ED0AB-C7F7-519D-2DEC-A45ABABFFF1F}"/>
          </ac:spMkLst>
        </pc:spChg>
      </pc:sldChg>
      <pc:sldChg chg="addSp delSp modSp new del mod">
        <pc:chgData name="Arunima Paunikar" userId="c7591291c90d4f6e" providerId="LiveId" clId="{10CBEF90-21F2-49AC-B14D-29347BB1E3F7}" dt="2025-09-26T13:10:52.687" v="3539" actId="680"/>
        <pc:sldMkLst>
          <pc:docMk/>
          <pc:sldMk cId="3728498787" sldId="281"/>
        </pc:sldMkLst>
        <pc:spChg chg="add del">
          <ac:chgData name="Arunima Paunikar" userId="c7591291c90d4f6e" providerId="LiveId" clId="{10CBEF90-21F2-49AC-B14D-29347BB1E3F7}" dt="2025-09-26T12:59:53.506" v="3507" actId="478"/>
          <ac:spMkLst>
            <pc:docMk/>
            <pc:sldMk cId="3728498787" sldId="281"/>
            <ac:spMk id="3" creationId="{D4B3C22C-3FF8-51C6-5145-85B6004B4E60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4" creationId="{571AC706-6C11-9EA4-0C1C-19B2EF7F1120}"/>
          </ac:spMkLst>
        </pc:spChg>
        <pc:spChg chg="add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5" creationId="{C0B228E9-E472-6806-A5F2-1D1B81D9A155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6" creationId="{C8DA4276-B30F-C361-BDE1-780651F7C393}"/>
          </ac:spMkLst>
        </pc:spChg>
        <pc:spChg chg="add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7" creationId="{CB162BD0-D968-91A9-D7D1-86FC5C30C030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8" creationId="{3D0B39F0-22A7-8EEF-C99F-B7986187FFD2}"/>
          </ac:spMkLst>
        </pc:spChg>
        <pc:spChg chg="add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10" creationId="{8EEF27EE-DCA2-0F94-36E3-D3D2C73D3F9D}"/>
          </ac:spMkLst>
        </pc:spChg>
        <pc:spChg chg="add del">
          <ac:chgData name="Arunima Paunikar" userId="c7591291c90d4f6e" providerId="LiveId" clId="{10CBEF90-21F2-49AC-B14D-29347BB1E3F7}" dt="2025-09-26T12:59:53.506" v="3507" actId="478"/>
          <ac:spMkLst>
            <pc:docMk/>
            <pc:sldMk cId="3728498787" sldId="281"/>
            <ac:spMk id="11" creationId="{93E5A217-9B14-4B48-A3F2-6FBE7B9EF9CF}"/>
          </ac:spMkLst>
        </pc:spChg>
        <pc:spChg chg="add del">
          <ac:chgData name="Arunima Paunikar" userId="c7591291c90d4f6e" providerId="LiveId" clId="{10CBEF90-21F2-49AC-B14D-29347BB1E3F7}" dt="2025-09-26T12:59:53.506" v="3507" actId="478"/>
          <ac:spMkLst>
            <pc:docMk/>
            <pc:sldMk cId="3728498787" sldId="281"/>
            <ac:spMk id="12" creationId="{8FDB0D6C-8583-07C5-D2F3-F1146E9047DA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13" creationId="{BACD46C4-E23C-E823-BB31-AB91284566C5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14" creationId="{B4475728-1C31-5C85-0650-181B66B5E1D7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15" creationId="{6E9BF718-740D-88E1-915A-C02F72A84B47}"/>
          </ac:spMkLst>
        </pc:spChg>
        <pc:spChg chg="add del">
          <ac:chgData name="Arunima Paunikar" userId="c7591291c90d4f6e" providerId="LiveId" clId="{10CBEF90-21F2-49AC-B14D-29347BB1E3F7}" dt="2025-09-26T13:10:52.022" v="3538" actId="478"/>
          <ac:spMkLst>
            <pc:docMk/>
            <pc:sldMk cId="3728498787" sldId="281"/>
            <ac:spMk id="16" creationId="{B686B291-61E4-9A21-8DF9-715E72BDF45B}"/>
          </ac:spMkLst>
        </pc:spChg>
        <pc:spChg chg="add del mod">
          <ac:chgData name="Arunima Paunikar" userId="c7591291c90d4f6e" providerId="LiveId" clId="{10CBEF90-21F2-49AC-B14D-29347BB1E3F7}" dt="2025-09-26T13:10:51.709" v="3537" actId="22"/>
          <ac:spMkLst>
            <pc:docMk/>
            <pc:sldMk cId="3728498787" sldId="281"/>
            <ac:spMk id="20" creationId="{AD5D09FB-2C21-8AA9-66B3-1D3C0A242C21}"/>
          </ac:spMkLst>
        </pc:spChg>
        <pc:spChg chg="add del">
          <ac:chgData name="Arunima Paunikar" userId="c7591291c90d4f6e" providerId="LiveId" clId="{10CBEF90-21F2-49AC-B14D-29347BB1E3F7}" dt="2025-09-26T13:10:49.588" v="3532" actId="22"/>
          <ac:spMkLst>
            <pc:docMk/>
            <pc:sldMk cId="3728498787" sldId="281"/>
            <ac:spMk id="22" creationId="{46915813-CFA3-28C9-FF6B-90C14A8396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761BA-FE71-45A3-86D0-E7CB84A61B79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B3302-31DA-4673-AF50-EC1009B2E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413C-C1CC-E844-94E5-540801AD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00A6-15C0-5248-CFD3-7DB22052C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3371C-D862-5C13-21BA-D65721F2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A9647-6207-2115-4DC6-A47342BEB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69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5FB2-FD90-84C9-7B67-AC7CD2C7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ABB31-790E-06A4-CA81-DE33BDA20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7A47-89DC-1A7C-8E14-E304E8534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7017C-1464-24D9-8D5B-9B59CCBCA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071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5443-6F02-8FDD-A852-EBF217D7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2D3DB-E23F-A7DE-A375-91A41A440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75D87-C4BE-2A98-B032-E5D69105F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F1640-4684-9971-F25C-5DCD64A19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38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5885-3A5A-3BD4-65CE-81AB36E2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F01EA-9D0D-2361-55CA-F6F985870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F1527-C629-B69D-BA73-2EDFFE2F1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DFC77-D317-3EB8-8C0F-DE3E328D3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5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262C-5364-37DD-119E-55156860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8D35E-A79A-96AE-CA60-ED1E3B274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C7F3C-B21A-77B8-B2A8-F3B78D977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18179-BA16-D1E6-0E37-AF63622F3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242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B3302-31DA-4673-AF50-EC1009B2E08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00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canva.com/design/DAGxszOVLsQ/8FRKWuOqG7RatTAMTgNVqw/edit?utm_content=DAGxszOVLsQ&amp;utm_campaign=designshare&amp;utm_medium=link2&amp;utm_source=sharebutt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anva.com/design/DAGxc652Gbo/ZsZiCEWTlRvkub0jjLhLlA/edit?utm_content=DAGxc652Gbo&amp;utm_campaign=designshare&amp;utm_medium=link2&amp;utm_source=sharebutton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14625098" y="6964928"/>
            <a:ext cx="3875147" cy="3875068"/>
          </a:xfrm>
          <a:custGeom>
            <a:avLst/>
            <a:gdLst/>
            <a:ahLst/>
            <a:cxnLst/>
            <a:rect l="l" t="t" r="r" b="b"/>
            <a:pathLst>
              <a:path w="6223889" h="6223762">
                <a:moveTo>
                  <a:pt x="6223889" y="3111881"/>
                </a:moveTo>
                <a:cubicBezTo>
                  <a:pt x="6223889" y="4830572"/>
                  <a:pt x="4830572" y="6223762"/>
                  <a:pt x="3112008" y="6223762"/>
                </a:cubicBezTo>
                <a:cubicBezTo>
                  <a:pt x="1393444" y="6223762"/>
                  <a:pt x="0" y="4830572"/>
                  <a:pt x="0" y="3111881"/>
                </a:cubicBezTo>
                <a:cubicBezTo>
                  <a:pt x="0" y="1393190"/>
                  <a:pt x="1393317" y="0"/>
                  <a:pt x="3111881" y="0"/>
                </a:cubicBezTo>
                <a:cubicBezTo>
                  <a:pt x="4830445" y="0"/>
                  <a:pt x="6223889" y="1393317"/>
                  <a:pt x="6223889" y="3111881"/>
                </a:cubicBezTo>
                <a:close/>
              </a:path>
            </a:pathLst>
          </a:custGeom>
          <a:blipFill>
            <a:blip r:embed="rId2">
              <a:alphaModFix amt="85000"/>
            </a:blip>
            <a:stretch>
              <a:fillRect l="-28583" r="-28583"/>
            </a:stretch>
          </a:blipFill>
          <a:effectLst/>
        </p:spPr>
        <p:txBody>
          <a:bodyPr/>
          <a:lstStyle/>
          <a:p>
            <a:endParaRPr lang="en-IN" dirty="0"/>
          </a:p>
        </p:txBody>
      </p:sp>
      <p:grpSp>
        <p:nvGrpSpPr>
          <p:cNvPr id="44" name="Group 44"/>
          <p:cNvGrpSpPr/>
          <p:nvPr/>
        </p:nvGrpSpPr>
        <p:grpSpPr>
          <a:xfrm>
            <a:off x="4142650" y="5490078"/>
            <a:ext cx="9372599" cy="2261803"/>
            <a:chOff x="0" y="-38100"/>
            <a:chExt cx="1049891" cy="446404"/>
          </a:xfrm>
        </p:grpSpPr>
        <p:sp>
          <p:nvSpPr>
            <p:cNvPr id="45" name="Freeform 45"/>
            <p:cNvSpPr/>
            <p:nvPr/>
          </p:nvSpPr>
          <p:spPr>
            <a:xfrm>
              <a:off x="4359" y="0"/>
              <a:ext cx="1045532" cy="408304"/>
            </a:xfrm>
            <a:custGeom>
              <a:avLst/>
              <a:gdLst/>
              <a:ahLst/>
              <a:cxnLst/>
              <a:rect l="l" t="t" r="r" b="b"/>
              <a:pathLst>
                <a:path w="1045532" h="408304">
                  <a:moveTo>
                    <a:pt x="44855" y="0"/>
                  </a:moveTo>
                  <a:lnTo>
                    <a:pt x="1000677" y="0"/>
                  </a:lnTo>
                  <a:cubicBezTo>
                    <a:pt x="1012573" y="0"/>
                    <a:pt x="1023982" y="4726"/>
                    <a:pt x="1032394" y="13138"/>
                  </a:cubicBezTo>
                  <a:cubicBezTo>
                    <a:pt x="1040806" y="21550"/>
                    <a:pt x="1045532" y="32959"/>
                    <a:pt x="1045532" y="44855"/>
                  </a:cubicBezTo>
                  <a:lnTo>
                    <a:pt x="1045532" y="363449"/>
                  </a:lnTo>
                  <a:cubicBezTo>
                    <a:pt x="1045532" y="375345"/>
                    <a:pt x="1040806" y="386754"/>
                    <a:pt x="1032394" y="395166"/>
                  </a:cubicBezTo>
                  <a:cubicBezTo>
                    <a:pt x="1023982" y="403578"/>
                    <a:pt x="1012573" y="408304"/>
                    <a:pt x="1000677" y="408304"/>
                  </a:cubicBezTo>
                  <a:lnTo>
                    <a:pt x="44855" y="408304"/>
                  </a:lnTo>
                  <a:cubicBezTo>
                    <a:pt x="20082" y="408304"/>
                    <a:pt x="0" y="388221"/>
                    <a:pt x="0" y="363449"/>
                  </a:cubicBezTo>
                  <a:lnTo>
                    <a:pt x="0" y="44855"/>
                  </a:lnTo>
                  <a:cubicBezTo>
                    <a:pt x="0" y="32959"/>
                    <a:pt x="4726" y="21550"/>
                    <a:pt x="13138" y="13138"/>
                  </a:cubicBezTo>
                  <a:cubicBezTo>
                    <a:pt x="21550" y="4726"/>
                    <a:pt x="32959" y="0"/>
                    <a:pt x="448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FFE012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45532" cy="446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983024" y="2823804"/>
            <a:ext cx="6269494" cy="848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sz="5796" b="1" spc="-173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    AI in Education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-52457" y="1593654"/>
            <a:ext cx="18340457" cy="936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57"/>
              </a:lnSpc>
              <a:spcBef>
                <a:spcPct val="0"/>
              </a:spcBef>
            </a:pPr>
            <a:r>
              <a:rPr lang="en-US" sz="5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2-days National Level Hackathon on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621468" y="6011781"/>
            <a:ext cx="6575261" cy="1327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Team Name:   </a:t>
            </a:r>
            <a:r>
              <a:rPr lang="en-US" sz="2600" b="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Curi</a:t>
            </a:r>
            <a:r>
              <a:rPr lang="en-IN" sz="2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_</a:t>
            </a:r>
            <a:r>
              <a:rPr lang="en-US" sz="2600" b="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Mind</a:t>
            </a: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Team Leader:  </a:t>
            </a:r>
            <a:r>
              <a:rPr lang="en-US" sz="2600" b="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Arunima Paunikar</a:t>
            </a: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sz="248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Team Member:  </a:t>
            </a:r>
            <a:r>
              <a:rPr lang="en-US" sz="2600" b="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Gauri </a:t>
            </a:r>
            <a:r>
              <a:rPr lang="en-US" sz="2600" b="1" dirty="0" err="1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Belokar</a:t>
            </a:r>
            <a:endParaRPr lang="en-US" sz="2600" b="1" dirty="0">
              <a:solidFill>
                <a:schemeClr val="bg1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8485132" y="8941143"/>
            <a:ext cx="1072044" cy="377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9"/>
              </a:lnSpc>
              <a:spcBef>
                <a:spcPct val="0"/>
              </a:spcBef>
            </a:pPr>
            <a:r>
              <a:rPr lang="en-US" sz="212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Nagpur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00E47B-3DF1-8FE0-EF33-5F7E5FFEBA8D}"/>
              </a:ext>
            </a:extLst>
          </p:cNvPr>
          <p:cNvGrpSpPr/>
          <p:nvPr/>
        </p:nvGrpSpPr>
        <p:grpSpPr>
          <a:xfrm>
            <a:off x="5547695" y="3750355"/>
            <a:ext cx="6946917" cy="1018453"/>
            <a:chOff x="5605451" y="3767660"/>
            <a:chExt cx="6946917" cy="1018453"/>
          </a:xfrm>
        </p:grpSpPr>
        <p:grpSp>
          <p:nvGrpSpPr>
            <p:cNvPr id="40" name="Group 40"/>
            <p:cNvGrpSpPr/>
            <p:nvPr/>
          </p:nvGrpSpPr>
          <p:grpSpPr>
            <a:xfrm>
              <a:off x="5605451" y="3767660"/>
              <a:ext cx="6946917" cy="1018453"/>
              <a:chOff x="0" y="-38100"/>
              <a:chExt cx="2012488" cy="26823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923" y="32331"/>
                <a:ext cx="1947565" cy="197804"/>
              </a:xfrm>
              <a:custGeom>
                <a:avLst/>
                <a:gdLst/>
                <a:ahLst/>
                <a:cxnLst/>
                <a:rect l="l" t="t" r="r" b="b"/>
                <a:pathLst>
                  <a:path w="1947565" h="197804">
                    <a:moveTo>
                      <a:pt x="98902" y="0"/>
                    </a:moveTo>
                    <a:lnTo>
                      <a:pt x="1848663" y="0"/>
                    </a:lnTo>
                    <a:cubicBezTo>
                      <a:pt x="1903285" y="0"/>
                      <a:pt x="1947565" y="44280"/>
                      <a:pt x="1947565" y="98902"/>
                    </a:cubicBezTo>
                    <a:lnTo>
                      <a:pt x="1947565" y="98902"/>
                    </a:lnTo>
                    <a:cubicBezTo>
                      <a:pt x="1947565" y="153524"/>
                      <a:pt x="1903285" y="197804"/>
                      <a:pt x="1848663" y="197804"/>
                    </a:cubicBezTo>
                    <a:lnTo>
                      <a:pt x="98902" y="197804"/>
                    </a:lnTo>
                    <a:cubicBezTo>
                      <a:pt x="44280" y="197804"/>
                      <a:pt x="0" y="153524"/>
                      <a:pt x="0" y="98902"/>
                    </a:cubicBezTo>
                    <a:lnTo>
                      <a:pt x="0" y="98902"/>
                    </a:lnTo>
                    <a:cubicBezTo>
                      <a:pt x="0" y="44280"/>
                      <a:pt x="44280" y="0"/>
                      <a:pt x="98902" y="0"/>
                    </a:cubicBezTo>
                    <a:close/>
                  </a:path>
                </a:pathLst>
              </a:custGeom>
              <a:solidFill>
                <a:srgbClr val="E2C507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947565" cy="2359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65"/>
            <p:cNvSpPr txBox="1"/>
            <p:nvPr/>
          </p:nvSpPr>
          <p:spPr>
            <a:xfrm>
              <a:off x="7628858" y="4138217"/>
              <a:ext cx="2969310" cy="5716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597"/>
                </a:lnSpc>
                <a:spcBef>
                  <a:spcPct val="0"/>
                </a:spcBef>
              </a:pPr>
              <a:r>
                <a:rPr lang="en-US" sz="3600" dirty="0">
                  <a:latin typeface="Poppins Bold" panose="00000800000000000000" charset="0"/>
                  <a:cs typeface="Poppins Bold" panose="00000800000000000000" charset="0"/>
                </a:rPr>
                <a:t>JEE Saathi AI</a:t>
              </a:r>
              <a:endParaRPr lang="en-US" sz="3283" b="1" spc="328" dirty="0">
                <a:solidFill>
                  <a:srgbClr val="020D47"/>
                </a:solidFill>
                <a:latin typeface="Poppins Bold" panose="00000800000000000000" charset="0"/>
                <a:ea typeface="Poppins Bold"/>
                <a:cs typeface="Poppins Bold" panose="00000800000000000000" charset="0"/>
                <a:sym typeface="Poppins Bold"/>
              </a:endParaRPr>
            </a:p>
          </p:txBody>
        </p:sp>
      </p:grpSp>
      <p:sp>
        <p:nvSpPr>
          <p:cNvPr id="65" name="Freeform 62">
            <a:extLst>
              <a:ext uri="{FF2B5EF4-FFF2-40B4-BE49-F238E27FC236}">
                <a16:creationId xmlns:a16="http://schemas.microsoft.com/office/drawing/2014/main" id="{60F18EB3-158F-A56D-263F-EDDF87E6E406}"/>
              </a:ext>
            </a:extLst>
          </p:cNvPr>
          <p:cNvSpPr/>
          <p:nvPr/>
        </p:nvSpPr>
        <p:spPr>
          <a:xfrm>
            <a:off x="0" y="0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1" name="Group 16">
            <a:extLst>
              <a:ext uri="{FF2B5EF4-FFF2-40B4-BE49-F238E27FC236}">
                <a16:creationId xmlns:a16="http://schemas.microsoft.com/office/drawing/2014/main" id="{8202D4CD-CB8B-7255-D04F-ADF69A80237B}"/>
              </a:ext>
            </a:extLst>
          </p:cNvPr>
          <p:cNvGrpSpPr/>
          <p:nvPr/>
        </p:nvGrpSpPr>
        <p:grpSpPr>
          <a:xfrm rot="-5400000">
            <a:off x="8958820" y="4434205"/>
            <a:ext cx="124669" cy="10895119"/>
            <a:chOff x="0" y="0"/>
            <a:chExt cx="32044" cy="2869496"/>
          </a:xfrm>
        </p:grpSpPr>
        <p:sp>
          <p:nvSpPr>
            <p:cNvPr id="72" name="Freeform 17">
              <a:extLst>
                <a:ext uri="{FF2B5EF4-FFF2-40B4-BE49-F238E27FC236}">
                  <a16:creationId xmlns:a16="http://schemas.microsoft.com/office/drawing/2014/main" id="{BCF7EC78-59B0-911D-659B-E68A1E72897C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73" name="TextBox 18">
              <a:extLst>
                <a:ext uri="{FF2B5EF4-FFF2-40B4-BE49-F238E27FC236}">
                  <a16:creationId xmlns:a16="http://schemas.microsoft.com/office/drawing/2014/main" id="{75EAD068-857B-7BD2-A241-4391F91AF716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9AA49-DE70-CEED-9815-72AEB6A5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6763207-46C1-518E-F21E-B61F43F6F57E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Area Overview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431C052-5F5E-1645-83D9-AAB0D8EFDDEC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B513166-8018-33E3-143C-C1CB5AA80782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7098A9C-EDD2-8B77-CF92-D0BCC3E90ACA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68EB9E4-D43C-AE8C-5E54-D83D7273124B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E66FBDC-659E-19C8-A9A9-51F694C5B15A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E1E540C-ED8E-4676-A15E-C327F3BCDD4B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1E476CD0-0139-C7AC-175B-F55CA6B562B8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EA661F6-5900-041D-60D3-2AC108FA8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98" y="1532164"/>
            <a:ext cx="17145000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Area Overview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JEE Preparation - Competitive Exam Preparation (Engineering Entrance – JEE)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Objective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Help students crack JEE Main and Advanced to get into top engineering colleges like IITs, NITs, IIITs.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Challenges Students Face: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Vast and complex syllabus (Physics, Chemistry, Mathematics)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Difficulty identifying weak topics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Managing time effectively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Lack of personalized guidance and instant doubt resolution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Expensive coaching classes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Opportunities for AI: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Personalized study plans based on strengths and weaknesses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Smart topic tracking with heatmaps and progress bars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Instant problem-solving via text, voice, or photo upload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Adaptive mock tests and resources, practice problems required as per syllabus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88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4E759-A08A-B9DC-A044-85857B1A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DDD96C6-5E96-D78C-E02D-6A4B0E0BD33E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Area Overview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127FC2E-B9E5-9167-4025-392165D351FB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98370B0-D8CB-AF79-AA48-5D5166C7333A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5FDED9A-B79E-9B99-CC4B-9AEA26D88BB3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0A14DA3-DA78-8593-711D-22B7F761607F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AF176BD-3CA4-04BC-744C-9F0CC1F6AC2C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5FAA300-1D88-2F2D-7BBF-6C9E17501346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0B19C8A8-4BFB-2634-C215-C45CB3F69398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4C7D6-F14A-B57F-EF56-87FD2915D0EA}"/>
              </a:ext>
            </a:extLst>
          </p:cNvPr>
          <p:cNvSpPr txBox="1"/>
          <p:nvPr/>
        </p:nvSpPr>
        <p:spPr>
          <a:xfrm>
            <a:off x="763933" y="1650236"/>
            <a:ext cx="1676013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Potential Benefits of AI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Step-by-step problem solving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with multiple methods and explanations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Dynamic, personalized study plans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reminders synced with calendars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Data-driven insights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identify weak areas and optimize revision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24×7 access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study resources and support from anywhere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Stress management tools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such as breaks, motivational nudges, and light wellness exercises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positions AI as a 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 mentor, problem solver, and mental wellness coach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making exam preparation more effective, accessible, and student-friendly.</a:t>
            </a:r>
          </a:p>
        </p:txBody>
      </p:sp>
    </p:spTree>
    <p:extLst>
      <p:ext uri="{BB962C8B-B14F-4D97-AF65-F5344CB8AC3E}">
        <p14:creationId xmlns:p14="http://schemas.microsoft.com/office/powerpoint/2010/main" val="157076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FD591-847F-94B4-6433-49EDB799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E396B44-8A1E-95E1-21DF-DD916C50B266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Area Overview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083ADDB-106D-A00A-F0CC-2FCD6F7F7144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7BD9AC7-B122-D7D5-2EDE-71FB48F26ECE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F53AEEC-E064-56EC-C4E5-11B3EC447E07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437C003-6FBC-2581-C0AA-4723921480CA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233FDE5-E470-DEFB-9D4E-E9F736C83B40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853C628-62EF-49DE-BBEC-2B74B946C94B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A1221B09-319F-982D-F8E8-25CAAE98BFBA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B6589-B6C5-9ECD-B96A-4905ED5C83C8}"/>
              </a:ext>
            </a:extLst>
          </p:cNvPr>
          <p:cNvSpPr txBox="1"/>
          <p:nvPr/>
        </p:nvSpPr>
        <p:spPr>
          <a:xfrm>
            <a:off x="1143000" y="1104900"/>
            <a:ext cx="16002000" cy="1172628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Motivation Behind Selection of Area</a:t>
            </a:r>
          </a:p>
          <a:p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 Cost of Coaching: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Many students cannot afford expensive coaching classes.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Lack of Quality Resources: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Limited access to reliable study materials.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Personalized Mentorship: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 need guidance tailored to their strengths and weaknesses.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Difficulty Managing Doubts: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often remain unresolved without instant help.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Vast Syllabus: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Uncertainty about how to cover all topics effectively.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Confusion on Practice: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 don’t know which problems to practice for JEE Main and Advanced, or which are important.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Limited Free Mock Tests: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Few accessible options for evaluating performance and improving strategy.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Need for AI Solution: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system like JEE Saathi AI can provide personalized study plans, adaptive practice, doubt resolution, and structured guidance.</a:t>
            </a:r>
          </a:p>
        </p:txBody>
      </p:sp>
    </p:spTree>
    <p:extLst>
      <p:ext uri="{BB962C8B-B14F-4D97-AF65-F5344CB8AC3E}">
        <p14:creationId xmlns:p14="http://schemas.microsoft.com/office/powerpoint/2010/main" val="142773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B4AD4-66D9-BF0A-8D1F-85AE3C42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3ED0B9A-BC76-CC87-4CF0-8F492A6C41E5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Challenges and Opportunities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20D8194-78B2-388D-2371-3EA00623DC1F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E659DBC-BFD6-C74D-E2C6-4AB553A04D5B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68AA4BD8-F80C-AC99-3B1A-3AC37CAAD689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9D5C19B-EC18-02E0-3026-AC972F2B2A7F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BDF92D9-D27C-5EFC-02A4-35AAC709475E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B0946F2-A1AD-87CC-AEE6-D5C7665863FF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181EB6C3-C867-76D8-7E2E-F76CF59B35FB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C4D6B-F93D-5169-96E1-0995ADA03D05}"/>
              </a:ext>
            </a:extLst>
          </p:cNvPr>
          <p:cNvSpPr txBox="1"/>
          <p:nvPr/>
        </p:nvSpPr>
        <p:spPr>
          <a:xfrm>
            <a:off x="647698" y="8752373"/>
            <a:ext cx="16992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Link: 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https://www.canva.com/design/DAGxszOVLsQ/8FRKWuOqG7RatTAMTgNVqw/edit?utm_content=DAGxszOVLsQ&amp;utm_campaign=designshare&amp;utm_medium=link2&amp;utm_source=sharebutton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just">
              <a:buNone/>
            </a:pP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3E10E1-0BD3-5265-1988-842674FC69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95" y="2305050"/>
            <a:ext cx="16665810" cy="5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3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46C7F-A28B-AA03-CE41-48E576E3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7E42549-43CF-128A-E5AE-03158FFD9C58}"/>
              </a:ext>
            </a:extLst>
          </p:cNvPr>
          <p:cNvSpPr txBox="1"/>
          <p:nvPr/>
        </p:nvSpPr>
        <p:spPr>
          <a:xfrm>
            <a:off x="3464273" y="87744"/>
            <a:ext cx="11359450" cy="8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8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Preliminary Solution Concept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F05AC14-796F-8305-38D2-824A97329A6D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2B27F03-3DA5-E689-9672-3E739EE6CC91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CDE8D61-DC68-9517-5320-6F63CD66F8DC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64DE59C-A705-5274-7E17-698E1E04C4CC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418AB49-ABD5-D9CE-ED09-FFAAFCA77E9D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AC68B1E-3A17-805E-718D-552D703ED565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8CC5C5EB-E7BD-E4B7-F5BC-D2E7DC637A59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26BD7-25CF-BF8F-A2AC-A0779568FDD4}"/>
              </a:ext>
            </a:extLst>
          </p:cNvPr>
          <p:cNvSpPr txBox="1"/>
          <p:nvPr/>
        </p:nvSpPr>
        <p:spPr>
          <a:xfrm>
            <a:off x="1029666" y="1101277"/>
            <a:ext cx="16228663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JEE students often struggle with scattered study materials, difficulty spotting weak areas, and stress during preparation. 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JEE Saathi AI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designed as an all-in-one platform that makes studying easier, personalizes learning, and supports student wellness.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Simplifying Study: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AI gathers NCERT books, previous year questions, and mock tests in one place. It automatically creates weekly or monthly study plans and can sync them with the student’s calendar.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Answering Questions: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can upload problems as a photo, text, or voice, and the AI gives step-by-step solutions, alternative methods, and easy-to-understand explanations.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Supporting Progress: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AI adjusts the student’s roadmap based on performance, updates daily or weekly goals, and keeps track of progress with reminders.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Beyond Academics: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AI watches for study fatigue, suggests breaks, sends motivational nudges, and helps manage stress with light quizzes or meditation tips.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Overall, </a:t>
            </a: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JEE Saathi AI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acts as a personal mentor, problem solver, and wellness coach, helping students stay consistent, focused, and confident while preparing for JEE.</a:t>
            </a:r>
          </a:p>
        </p:txBody>
      </p:sp>
    </p:spTree>
    <p:extLst>
      <p:ext uri="{BB962C8B-B14F-4D97-AF65-F5344CB8AC3E}">
        <p14:creationId xmlns:p14="http://schemas.microsoft.com/office/powerpoint/2010/main" val="335277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 and Functionalities</a:t>
            </a:r>
          </a:p>
        </p:txBody>
      </p:sp>
      <p:grpSp>
        <p:nvGrpSpPr>
          <p:cNvPr id="16" name="Group 16"/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62">
            <a:extLst>
              <a:ext uri="{FF2B5EF4-FFF2-40B4-BE49-F238E27FC236}">
                <a16:creationId xmlns:a16="http://schemas.microsoft.com/office/drawing/2014/main" id="{A2B4B15F-98A4-C4E5-D9C4-044989363C9F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8B270BE-3A81-BD80-7A03-04C76B5B2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62363"/>
            <a:ext cx="15392400" cy="671070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C989A3F-CC84-87A7-F216-1C56695C76CD}"/>
              </a:ext>
            </a:extLst>
          </p:cNvPr>
          <p:cNvSpPr txBox="1"/>
          <p:nvPr/>
        </p:nvSpPr>
        <p:spPr>
          <a:xfrm>
            <a:off x="685800" y="8661967"/>
            <a:ext cx="1684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Link: 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https://www.canva.com/design/DAGxc652Gbo/ZsZiCEWTlRvkub0jjLhLlA/edit?utm_content=DAGxc652Gbo&amp;utm_campaign=designshare&amp;utm_medium=link2&amp;utm_source=sharebutton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N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7D589-43FF-3CE3-E724-2DE1E09C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49E83A71-F623-3454-C29B-CD76F1A3B451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 and Expected Use Cases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05155F86-C75C-18B5-CC74-23A7D810FC58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9455A79-1A5B-FE3F-C5DE-F7411D44F9A0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BB3F133B-3560-89D8-BCA7-A65C96921F61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9E0DCD78-2C9D-CAAD-11BE-5DAAB635B4AC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2BD8BAF-24B3-D335-703A-152252029FC9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88C42742-D036-C3BD-339F-7FA4851BA0EB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5E4A3154-7B0B-5E62-91D0-B857CE6D80A8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DDEC1D-D093-4D4D-03CE-AA482DB7F9F0}"/>
              </a:ext>
            </a:extLst>
          </p:cNvPr>
          <p:cNvSpPr txBox="1"/>
          <p:nvPr/>
        </p:nvSpPr>
        <p:spPr>
          <a:xfrm>
            <a:off x="1181098" y="2727454"/>
            <a:ext cx="15925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Target Users</a:t>
            </a:r>
          </a:p>
          <a:p>
            <a:pPr algn="just"/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JEE Aspirants: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preparing for JEE Main and Advanced (Class 11 &amp; 12).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Self-Study Students: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Those who cannot afford coaching or want supplemental guidance.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Coaching Students: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enrolled in coaching who need extra practice, doubt resolution, and performance tracking.</a:t>
            </a: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04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16150-5FE1-6F57-D37B-9C32972D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EF299B14-DD23-3DDF-89C4-4857CF1436A7}"/>
              </a:ext>
            </a:extLst>
          </p:cNvPr>
          <p:cNvSpPr txBox="1"/>
          <p:nvPr/>
        </p:nvSpPr>
        <p:spPr>
          <a:xfrm>
            <a:off x="3464273" y="87744"/>
            <a:ext cx="11359450" cy="81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 and Expected Use Cases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00240A64-693A-0BA7-75D4-1324928F4A6A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1C891453-09F8-13B1-B983-2D0E9DCBF0BC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1A5B15CB-0EFA-9CCB-ADA5-7389ACEC2334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7D21512A-DEF4-FD58-833B-9A4E897803C3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84D87C6A-C62A-4A89-B9E6-7D4883737A0D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C32A563E-DA23-EA31-56D9-CE4B68B21DFE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368D8C82-AB8D-FBD1-429D-44F04B782378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348DE-49F8-D466-EDDB-3181DEB904E0}"/>
              </a:ext>
            </a:extLst>
          </p:cNvPr>
          <p:cNvSpPr txBox="1"/>
          <p:nvPr/>
        </p:nvSpPr>
        <p:spPr>
          <a:xfrm>
            <a:off x="727769" y="1166409"/>
            <a:ext cx="16687802" cy="1006429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Expected Use Cases</a:t>
            </a:r>
          </a:p>
          <a:p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Personalized Study Plans: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AI generates customized learning schedules based on strengths, weaknesses, and target exam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Topic &amp; Concept Tracking: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can track mastery of Physics, Chemistry, and Math topics via progress bars or heatmaps.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Problem Solving: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Upload or input questions (text/photo) to get step-by-step solutions, alternative methods, and shortcuts.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Doubt Resolution: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can ask questions via text or voice and get instant explanations.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Practice Recommendations: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AI suggests important problems for JEE Main/Advanced based on topic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Mock Tests &amp; Analytics: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Adaptive tests with performance analysis, highlighting weak areas and time management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Revision Assistance: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Summaries, formulas, and key points from notes, PDFs, or lectures for quick revision.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6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79163-BB45-165F-7312-643FF19A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0899F0F8-72CE-8E78-3392-1E75105DC444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Data Requirements and Privacy Considerations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7AD9BF42-8835-C0C2-7E94-E2CAE4C68148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0F2AE4E7-7B2D-BB93-2FD0-03BAF68D43F1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CAD77A1C-81CD-52CB-E68F-7B224A45E426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BDB2F3BA-2B97-9EEF-948F-56E0705A1363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41A6B9FC-85B1-29CC-BEB2-236C4FBE89CA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609A172D-BE07-8077-3F27-AF65934BC338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67919C3A-1610-25E4-8F07-285D5D8FB6EB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909B5-1AE3-5F0E-D808-A2ACCD695B93}"/>
              </a:ext>
            </a:extLst>
          </p:cNvPr>
          <p:cNvSpPr txBox="1"/>
          <p:nvPr/>
        </p:nvSpPr>
        <p:spPr>
          <a:xfrm>
            <a:off x="647700" y="1409700"/>
            <a:ext cx="16992596" cy="112954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Requirements</a:t>
            </a:r>
          </a:p>
          <a:p>
            <a:pPr>
              <a:buNone/>
            </a:pPr>
            <a:endParaRPr lang="en-IN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Profile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Name, Class (11/12),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attempt (Main/Advanced),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goals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Academic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Topic-wise performance, test scores, accuracy, time taken per question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attempted, correctness, difficulty level, weak/strong topics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Behavioral</a:t>
            </a: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Study patterns, daily activity, login frequency, time spent per subject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Resource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Uploaded doubts (text, image, voice)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Accessed notes, lectures, and summaries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Content Data (External Sources)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NCERT textbooks (free, official, legal)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Latest JEE syllabus (NTA official website)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Previous year JEE papers (freely available)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 books (H.C. Verma, </a:t>
            </a:r>
            <a:r>
              <a:rPr lang="en-IN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Irodov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O.P. Tandon, Cengage, etc.) → used only for extracting patterns, summaries, and AI-generated practice (not redistribution)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Formulas, short notes, quick revision sheets (condensed, AI-curated)</a:t>
            </a:r>
          </a:p>
        </p:txBody>
      </p:sp>
    </p:spTree>
    <p:extLst>
      <p:ext uri="{BB962C8B-B14F-4D97-AF65-F5344CB8AC3E}">
        <p14:creationId xmlns:p14="http://schemas.microsoft.com/office/powerpoint/2010/main" val="246129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03674-D722-2068-9F96-D796E01C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D287DCDD-D400-AF79-E010-F4E4A093D31A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Data Requirements and Privacy Considerations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A06D153D-4C41-5375-6259-BB655A62D077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0BA02C64-0D2B-6026-4D47-5100AE823107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65DEF73E-37A1-4B9A-5A1A-7EA2D4618ABE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718A0D02-6D86-98F8-69DE-0B8962C5EFF5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9D8B780A-9CC4-9719-1E70-702DB3A356EE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8C6E27EB-D1B0-50CC-3F71-3A5062F71E30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F1C2092D-0362-9792-D09B-C50244A75637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0DC28-0BAB-874B-F299-16A7B21299BB}"/>
              </a:ext>
            </a:extLst>
          </p:cNvPr>
          <p:cNvSpPr txBox="1"/>
          <p:nvPr/>
        </p:nvSpPr>
        <p:spPr>
          <a:xfrm>
            <a:off x="685800" y="1485900"/>
            <a:ext cx="16992600" cy="11726287"/>
          </a:xfrm>
          <a:prstGeom prst="rect">
            <a:avLst/>
          </a:prstGeom>
          <a:noFill/>
        </p:spPr>
        <p:txBody>
          <a:bodyPr wrap="square" numCol="2" spcCol="640080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Privacy Considerations</a:t>
            </a:r>
          </a:p>
          <a:p>
            <a:pPr>
              <a:buNone/>
            </a:pP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Collect Less Data: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Only take what is needed for learning.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Secure Data:</a:t>
            </a: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While sending → protect with HTTPS (</a:t>
            </a:r>
            <a:r>
              <a:rPr lang="en-US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HyperText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Transfer Protocol Secure) / SSL (Secure Sockets Layer)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While storing → protect with AES (Advanced Encryption Standard) encryption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Personal Info in Training: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Remove names/IDs before using data for AI.</a:t>
            </a: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Rights: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can view, update, or delete their data anytime.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Safe Login: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OTP (One-Time Password) / Email / Google login for security.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Content Use:</a:t>
            </a: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NCERT (National Council of Educational Research and Training), syllabus, past papers → free and legal to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 books → only summaries or AI-generated problems, no PDF sharing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Follow Laws:</a:t>
            </a: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Follow India’s DPDP Act 2023 (Digital Personal Data Protection Act 2023)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Follow GDPR (General Data Protection Regulation)-like rules for consent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166059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9C1D5-074E-C34B-63F5-FF4B2B4D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864F3ACA-8CB1-5C3E-2587-598A61EC1698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AI Technologies and Methods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306BE95B-A37B-3D68-2F02-AD88FE4B9742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C350EC5-359E-72DF-E609-8457FC9FE24A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3B76C02E-AD5B-984A-8A60-8024F1F9E5E2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D609B814-B773-99CE-A358-51101C68413A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FAFDD609-3CF5-CAA4-9563-CC1E1C9C79BB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D58D6AF3-F4BD-7D2D-7852-2BEA925B6564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3637F51C-DE84-1F85-BAFA-11BFE2DB17D2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9AA9D-F50F-DAE1-BF9A-F4B2B91DEF82}"/>
              </a:ext>
            </a:extLst>
          </p:cNvPr>
          <p:cNvSpPr txBox="1"/>
          <p:nvPr/>
        </p:nvSpPr>
        <p:spPr>
          <a:xfrm>
            <a:off x="2714327" y="1641428"/>
            <a:ext cx="12859341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NLP (Natural Language Processing):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Text/voice doubt solving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CV (Computer Vision):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Scan handwritten/printed questions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Recommendation System: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Personalized questions &amp; study plan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Adaptive Learning: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Adjusts roadmap as per student progress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Predictive Analytics: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 forecast &amp; readiness check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Knowledge Graphs: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Link concepts across subjects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Generative AI (Gemini API, etc):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Step-by-step solutions, summaries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Speech AI: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Voice queries &amp; text-to-speech answers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 Test Analysis: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Mock test insights &amp; weak area detection</a:t>
            </a:r>
          </a:p>
        </p:txBody>
      </p:sp>
    </p:spTree>
    <p:extLst>
      <p:ext uri="{BB962C8B-B14F-4D97-AF65-F5344CB8AC3E}">
        <p14:creationId xmlns:p14="http://schemas.microsoft.com/office/powerpoint/2010/main" val="374228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7FCA2-AB81-4ED2-0815-6FE18652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A550428F-5BFD-ADD0-F4C4-533708010E33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Approach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D3B3B0E5-AF40-9A82-D693-804C2CDBA75F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C78E7A07-D322-01D3-5385-4D84EF4ACC63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AB959BD0-7932-EB70-ADF8-6F57846F39B8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611BC10A-106F-AAC6-237D-50C5F600DF0F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510C3E5-D02C-8B74-2BAF-65F0A3D0A4F5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94B60002-2998-BCF5-8F5F-E428E11AC6AC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89800350-8E6A-4CCA-F97C-26301BF38F09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6A653-F8B8-4716-6F4B-0A929CA8F3AD}"/>
              </a:ext>
            </a:extLst>
          </p:cNvPr>
          <p:cNvSpPr txBox="1"/>
          <p:nvPr/>
        </p:nvSpPr>
        <p:spPr>
          <a:xfrm>
            <a:off x="609600" y="1789154"/>
            <a:ext cx="17297400" cy="9194690"/>
          </a:xfrm>
          <a:prstGeom prst="rect">
            <a:avLst/>
          </a:prstGeom>
          <a:noFill/>
        </p:spPr>
        <p:txBody>
          <a:bodyPr wrap="square" numCol="2" spcCol="548640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 1 (Sept 1–7): Core AI Setup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 MERN app skeleton (React + Node/Express + MongoDB)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WebSocket for real-time chat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Connect Gemini API for Q&amp;A + AI doubt solver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 2 (Sept 8–14): AI Enhancement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image-based doubt solving (OCR → Gemini)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Practice problem recommendations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Collect resources (NCERT, syllabus, past papers)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 3 (Sept 15–21): User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Chat Rooms for peer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Progress tracking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Secure login (Google/OTP)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 4 (Sept 22–26): Final Features &amp;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Leaderboards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Refine AI responses &amp; recommendations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Beta test with students, fix bugs, improve UI/UX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Final Deployment (Sept 27)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Frontend → </a:t>
            </a:r>
            <a:r>
              <a:rPr lang="en-IN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Vercel</a:t>
            </a: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Backend → Render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Security → HTTPS/SSL + AES encryption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 live demo &amp; pitch</a:t>
            </a:r>
          </a:p>
        </p:txBody>
      </p:sp>
    </p:spTree>
    <p:extLst>
      <p:ext uri="{BB962C8B-B14F-4D97-AF65-F5344CB8AC3E}">
        <p14:creationId xmlns:p14="http://schemas.microsoft.com/office/powerpoint/2010/main" val="1681019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553FE-E1EA-D533-61AD-6B42C86D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5488A979-1A4A-1D24-0BF8-9EEAA0F2BA87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Metrics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DCE18D33-F669-0E10-E1F4-08A21277A5C6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D14E2028-FDDA-A2CB-E50F-4954B8989EE8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0FCB4AEA-4CC1-F05E-CA08-481E037F6F6D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ADCB0C86-956F-4492-90C8-B608F2F53A82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4CDC377A-1B52-9C00-E26C-168100455BB6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87565E59-0A6F-15C0-EB89-B290F328B3FC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3F326031-294D-D2ED-0A40-907B95CE3C2C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AA10F-DCFB-E934-C137-26F99E91B7F6}"/>
              </a:ext>
            </a:extLst>
          </p:cNvPr>
          <p:cNvSpPr txBox="1"/>
          <p:nvPr/>
        </p:nvSpPr>
        <p:spPr>
          <a:xfrm>
            <a:off x="1819516" y="1804124"/>
            <a:ext cx="14214127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Anticipated Impact</a:t>
            </a:r>
          </a:p>
          <a:p>
            <a:pPr algn="just">
              <a:buNone/>
            </a:pPr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Improved Learning Efficiency: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Students get instant doubt resolution (saves time compared to waiting for teachers).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Cost Savings: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Affordable AI support reduces dependence on expensive coaching/doubt classes.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Personalized Preparation: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Adaptive problem recommendations improve weak areas faster.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Higher Student Satisfaction: 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24×7 mentor, stress reduction, and peer learning via chat rooms.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Scalability:</a:t>
            </a: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One AI system can support thousands of students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488102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D47">
                <a:alpha val="100000"/>
              </a:srgbClr>
            </a:gs>
            <a:gs pos="100000">
              <a:srgbClr val="020D47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BE6C4-C97E-D075-AC6D-5D7AC91A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">
            <a:extLst>
              <a:ext uri="{FF2B5EF4-FFF2-40B4-BE49-F238E27FC236}">
                <a16:creationId xmlns:a16="http://schemas.microsoft.com/office/drawing/2014/main" id="{B0BF5DBB-9A7F-B076-D3E9-DD92756DD305}"/>
              </a:ext>
            </a:extLst>
          </p:cNvPr>
          <p:cNvSpPr txBox="1"/>
          <p:nvPr/>
        </p:nvSpPr>
        <p:spPr>
          <a:xfrm>
            <a:off x="1964606" y="64283"/>
            <a:ext cx="14214127" cy="81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4400" b="1" dirty="0">
                <a:solidFill>
                  <a:srgbClr val="FFE012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Metrics</a:t>
            </a:r>
          </a:p>
        </p:txBody>
      </p:sp>
      <p:grpSp>
        <p:nvGrpSpPr>
          <p:cNvPr id="26" name="Group 16">
            <a:extLst>
              <a:ext uri="{FF2B5EF4-FFF2-40B4-BE49-F238E27FC236}">
                <a16:creationId xmlns:a16="http://schemas.microsoft.com/office/drawing/2014/main" id="{4CBA18AE-DB89-AE26-516E-76D9C9AD068B}"/>
              </a:ext>
            </a:extLst>
          </p:cNvPr>
          <p:cNvGrpSpPr/>
          <p:nvPr/>
        </p:nvGrpSpPr>
        <p:grpSpPr>
          <a:xfrm rot="-5400000">
            <a:off x="8864246" y="-4421234"/>
            <a:ext cx="124669" cy="10895119"/>
            <a:chOff x="0" y="0"/>
            <a:chExt cx="32044" cy="2869496"/>
          </a:xfrm>
        </p:grpSpPr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4896F7A-6832-E9B3-1DE4-78ADC02CDEDE}"/>
                </a:ext>
              </a:extLst>
            </p:cNvPr>
            <p:cNvSpPr/>
            <p:nvPr/>
          </p:nvSpPr>
          <p:spPr>
            <a:xfrm>
              <a:off x="0" y="0"/>
              <a:ext cx="32044" cy="2869496"/>
            </a:xfrm>
            <a:custGeom>
              <a:avLst/>
              <a:gdLst/>
              <a:ahLst/>
              <a:cxnLst/>
              <a:rect l="l" t="t" r="r" b="b"/>
              <a:pathLst>
                <a:path w="32044" h="2869496">
                  <a:moveTo>
                    <a:pt x="0" y="0"/>
                  </a:moveTo>
                  <a:lnTo>
                    <a:pt x="32044" y="0"/>
                  </a:lnTo>
                  <a:lnTo>
                    <a:pt x="32044" y="2869496"/>
                  </a:lnTo>
                  <a:lnTo>
                    <a:pt x="0" y="2869496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445841E1-B229-D64D-0876-8C668799BE42}"/>
                </a:ext>
              </a:extLst>
            </p:cNvPr>
            <p:cNvSpPr txBox="1"/>
            <p:nvPr/>
          </p:nvSpPr>
          <p:spPr>
            <a:xfrm>
              <a:off x="0" y="-38100"/>
              <a:ext cx="32044" cy="2907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E5FFD0D0-D821-4C09-9C1F-A1DD81D1EFDE}"/>
              </a:ext>
            </a:extLst>
          </p:cNvPr>
          <p:cNvGrpSpPr/>
          <p:nvPr/>
        </p:nvGrpSpPr>
        <p:grpSpPr>
          <a:xfrm rot="-5400000">
            <a:off x="9083937" y="740036"/>
            <a:ext cx="120126" cy="18288000"/>
            <a:chOff x="0" y="0"/>
            <a:chExt cx="31638" cy="4816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EA72A48B-85D4-740B-E589-BCB7491BDA54}"/>
                </a:ext>
              </a:extLst>
            </p:cNvPr>
            <p:cNvSpPr/>
            <p:nvPr/>
          </p:nvSpPr>
          <p:spPr>
            <a:xfrm>
              <a:off x="0" y="0"/>
              <a:ext cx="31638" cy="4816592"/>
            </a:xfrm>
            <a:custGeom>
              <a:avLst/>
              <a:gdLst/>
              <a:ahLst/>
              <a:cxnLst/>
              <a:rect l="l" t="t" r="r" b="b"/>
              <a:pathLst>
                <a:path w="31638" h="4816592">
                  <a:moveTo>
                    <a:pt x="0" y="0"/>
                  </a:moveTo>
                  <a:lnTo>
                    <a:pt x="31638" y="0"/>
                  </a:lnTo>
                  <a:lnTo>
                    <a:pt x="3163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2C507">
                    <a:alpha val="0"/>
                  </a:srgbClr>
                </a:gs>
                <a:gs pos="50000">
                  <a:srgbClr val="E2C507">
                    <a:alpha val="100000"/>
                  </a:srgbClr>
                </a:gs>
                <a:gs pos="100000">
                  <a:srgbClr val="E2C507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CFE31CC4-0072-4F5A-9C73-88AD4DF56B64}"/>
                </a:ext>
              </a:extLst>
            </p:cNvPr>
            <p:cNvSpPr txBox="1"/>
            <p:nvPr/>
          </p:nvSpPr>
          <p:spPr>
            <a:xfrm>
              <a:off x="0" y="-38100"/>
              <a:ext cx="31638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62">
            <a:extLst>
              <a:ext uri="{FF2B5EF4-FFF2-40B4-BE49-F238E27FC236}">
                <a16:creationId xmlns:a16="http://schemas.microsoft.com/office/drawing/2014/main" id="{59CA856E-F627-3D40-38E0-161BF723B2CB}"/>
              </a:ext>
            </a:extLst>
          </p:cNvPr>
          <p:cNvSpPr/>
          <p:nvPr/>
        </p:nvSpPr>
        <p:spPr>
          <a:xfrm>
            <a:off x="13716000" y="9823972"/>
            <a:ext cx="4572000" cy="463028"/>
          </a:xfrm>
          <a:custGeom>
            <a:avLst/>
            <a:gdLst/>
            <a:ahLst/>
            <a:cxnLst/>
            <a:rect l="l" t="t" r="r" b="b"/>
            <a:pathLst>
              <a:path w="5375339" h="1043712">
                <a:moveTo>
                  <a:pt x="0" y="0"/>
                </a:moveTo>
                <a:lnTo>
                  <a:pt x="5375339" y="0"/>
                </a:lnTo>
                <a:lnTo>
                  <a:pt x="5375339" y="1043712"/>
                </a:lnTo>
                <a:lnTo>
                  <a:pt x="0" y="104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D0AB-C7F7-519D-2DEC-A45ABABFFF1F}"/>
              </a:ext>
            </a:extLst>
          </p:cNvPr>
          <p:cNvSpPr txBox="1"/>
          <p:nvPr/>
        </p:nvSpPr>
        <p:spPr>
          <a:xfrm>
            <a:off x="1256527" y="1901496"/>
            <a:ext cx="15630284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Success Metrics (with Expected Targets)</a:t>
            </a:r>
          </a:p>
          <a:p>
            <a:endParaRPr lang="en-IN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 Response Time: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Avg. &lt; 2 seconds for text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Answer Accuracy: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% of correct/acceptable solutions (target: &gt;85%).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Engagement: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≥ 60% DAU/MAU (Daily/Monthly Active Users) ratio, avg. session length 15–20 mins, ~10+ doubts asked/day/student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Learning Progress: 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20–30% improvement in mock test scores within 4-5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Retention Rate: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≥ 70% students active for &gt;4 weeks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Satisfaction Score: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Student feedback rating (target: 4.5+/5).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System Uptime:</a:t>
            </a:r>
            <a:r>
              <a:rPr lang="en-IN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Availability &gt;99% for smooth experience.</a:t>
            </a:r>
          </a:p>
        </p:txBody>
      </p:sp>
    </p:spTree>
    <p:extLst>
      <p:ext uri="{BB962C8B-B14F-4D97-AF65-F5344CB8AC3E}">
        <p14:creationId xmlns:p14="http://schemas.microsoft.com/office/powerpoint/2010/main" val="263418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1624</Words>
  <Application>Microsoft Office PowerPoint</Application>
  <PresentationFormat>Custom</PresentationFormat>
  <Paragraphs>273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Poppins Bold</vt:lpstr>
      <vt:lpstr>Calibri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SAMADHAN 1.0</dc:title>
  <cp:lastModifiedBy>Arunima Paunikar</cp:lastModifiedBy>
  <cp:revision>30</cp:revision>
  <dcterms:created xsi:type="dcterms:W3CDTF">2006-08-16T00:00:00Z</dcterms:created>
  <dcterms:modified xsi:type="dcterms:W3CDTF">2025-09-26T13:11:06Z</dcterms:modified>
  <dc:identifier>DAGVPOy7A7Q</dc:identifier>
</cp:coreProperties>
</file>